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55" r:id="rId1"/>
    <p:sldMasterId id="2147483871" r:id="rId2"/>
  </p:sldMasterIdLst>
  <p:notesMasterIdLst>
    <p:notesMasterId r:id="rId13"/>
  </p:notesMasterIdLst>
  <p:handoutMasterIdLst>
    <p:handoutMasterId r:id="rId14"/>
  </p:handoutMasterIdLst>
  <p:sldIdLst>
    <p:sldId id="256" r:id="rId3"/>
    <p:sldId id="261" r:id="rId4"/>
    <p:sldId id="262" r:id="rId5"/>
    <p:sldId id="263" r:id="rId6"/>
    <p:sldId id="264" r:id="rId7"/>
    <p:sldId id="265" r:id="rId8"/>
    <p:sldId id="266" r:id="rId9"/>
    <p:sldId id="268" r:id="rId10"/>
    <p:sldId id="267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6292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0" autoAdjust="0"/>
    <p:restoredTop sz="94660"/>
  </p:normalViewPr>
  <p:slideViewPr>
    <p:cSldViewPr snapToGrid="0">
      <p:cViewPr varScale="1">
        <p:scale>
          <a:sx n="75" d="100"/>
          <a:sy n="75" d="100"/>
        </p:scale>
        <p:origin x="60" y="7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-204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FFABBE-D5C5-4E54-AA86-C1C657B8B4B5}" type="datetimeFigureOut">
              <a:rPr lang="en-US" smtClean="0"/>
              <a:pPr/>
              <a:t>8/13/2018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B21790-4758-41F7-BF5B-7E49ECB1D7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3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43729-40F3-46B4-AA80-92412D561576}" type="datetimeFigureOut">
              <a:rPr lang="en-US" smtClean="0"/>
              <a:pPr/>
              <a:t>8/13/2018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4BE044-6F0F-4F84-8EE1-DD1FC0F4B8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79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QuESTGlobal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engineering.quest-global.com/index.php" TargetMode="External"/><Relationship Id="rId5" Type="http://schemas.openxmlformats.org/officeDocument/2006/relationships/image" Target="../media/image5.png"/><Relationship Id="rId4" Type="http://schemas.openxmlformats.org/officeDocument/2006/relationships/hyperlink" Target="http://www.linkedin.com/company/quest-global/" TargetMode="External"/><Relationship Id="rId9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524" y="4034118"/>
            <a:ext cx="12188952" cy="28238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"/>
            <a:ext cx="12192000" cy="62788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367" y="304800"/>
            <a:ext cx="1898657" cy="1099930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1286329" y="6369477"/>
            <a:ext cx="95939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b="0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2018 QuEST Global Services </a:t>
            </a:r>
            <a:r>
              <a:rPr lang="en-US" sz="1000" b="0" dirty="0" err="1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Pte</a:t>
            </a:r>
            <a:r>
              <a:rPr lang="en-US" sz="1000" b="0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Ltd. The information in this document is the property of </a:t>
            </a:r>
            <a:r>
              <a:rPr lang="en-US" sz="1000" b="0" dirty="0" err="1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</a:t>
            </a:r>
            <a:r>
              <a:rPr lang="en-US" sz="1000" b="0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Global Services </a:t>
            </a:r>
            <a:r>
              <a:rPr lang="en-US" sz="1000" b="0" dirty="0" err="1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Pte</a:t>
            </a:r>
            <a:r>
              <a:rPr lang="en-US" sz="1000" b="0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Ltd. and may not be copied or communicated </a:t>
            </a:r>
          </a:p>
          <a:p>
            <a:pPr algn="ctr"/>
            <a:r>
              <a:rPr lang="en-US" sz="1000" b="0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a third party or used for any purpose other than that for which it is supplied without the written consent of </a:t>
            </a:r>
            <a:r>
              <a:rPr lang="en-US" sz="1000" b="0" dirty="0" err="1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</a:t>
            </a:r>
            <a:r>
              <a:rPr lang="en-US" sz="1000" b="0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Global Services </a:t>
            </a:r>
            <a:r>
              <a:rPr lang="en-US" sz="1000" b="0" dirty="0" err="1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Pte</a:t>
            </a:r>
            <a:r>
              <a:rPr lang="en-US" sz="1000" b="0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Ltd.</a:t>
            </a:r>
            <a:endParaRPr lang="en-US" sz="1000" b="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"/>
          <p:cNvSpPr/>
          <p:nvPr userDrawn="1"/>
        </p:nvSpPr>
        <p:spPr>
          <a:xfrm>
            <a:off x="0" y="5049159"/>
            <a:ext cx="5053013" cy="521061"/>
          </a:xfrm>
          <a:custGeom>
            <a:avLst/>
            <a:gdLst>
              <a:gd name="connsiteX0" fmla="*/ 0 w 5573486"/>
              <a:gd name="connsiteY0" fmla="*/ 0 h 1233714"/>
              <a:gd name="connsiteX1" fmla="*/ 5573486 w 5573486"/>
              <a:gd name="connsiteY1" fmla="*/ 0 h 1233714"/>
              <a:gd name="connsiteX2" fmla="*/ 5573486 w 5573486"/>
              <a:gd name="connsiteY2" fmla="*/ 1233714 h 1233714"/>
              <a:gd name="connsiteX3" fmla="*/ 0 w 5573486"/>
              <a:gd name="connsiteY3" fmla="*/ 1233714 h 1233714"/>
              <a:gd name="connsiteX4" fmla="*/ 0 w 5573486"/>
              <a:gd name="connsiteY4" fmla="*/ 0 h 1233714"/>
              <a:gd name="connsiteX0" fmla="*/ 0 w 5573486"/>
              <a:gd name="connsiteY0" fmla="*/ 0 h 1241334"/>
              <a:gd name="connsiteX1" fmla="*/ 5573486 w 5573486"/>
              <a:gd name="connsiteY1" fmla="*/ 0 h 1241334"/>
              <a:gd name="connsiteX2" fmla="*/ 4773386 w 5573486"/>
              <a:gd name="connsiteY2" fmla="*/ 1241334 h 1241334"/>
              <a:gd name="connsiteX3" fmla="*/ 0 w 5573486"/>
              <a:gd name="connsiteY3" fmla="*/ 1233714 h 1241334"/>
              <a:gd name="connsiteX4" fmla="*/ 0 w 5573486"/>
              <a:gd name="connsiteY4" fmla="*/ 0 h 1241334"/>
              <a:gd name="connsiteX0" fmla="*/ 0 w 5573486"/>
              <a:gd name="connsiteY0" fmla="*/ 0 h 1241334"/>
              <a:gd name="connsiteX1" fmla="*/ 5573486 w 5573486"/>
              <a:gd name="connsiteY1" fmla="*/ 0 h 1241334"/>
              <a:gd name="connsiteX2" fmla="*/ 5069221 w 5573486"/>
              <a:gd name="connsiteY2" fmla="*/ 1241334 h 1241334"/>
              <a:gd name="connsiteX3" fmla="*/ 0 w 5573486"/>
              <a:gd name="connsiteY3" fmla="*/ 1233714 h 1241334"/>
              <a:gd name="connsiteX4" fmla="*/ 0 w 5573486"/>
              <a:gd name="connsiteY4" fmla="*/ 0 h 124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3486" h="1241334">
                <a:moveTo>
                  <a:pt x="0" y="0"/>
                </a:moveTo>
                <a:lnTo>
                  <a:pt x="5573486" y="0"/>
                </a:lnTo>
                <a:lnTo>
                  <a:pt x="5069221" y="1241334"/>
                </a:lnTo>
                <a:lnTo>
                  <a:pt x="0" y="123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>
              <a:latin typeface="+mn-lt"/>
            </a:endParaRPr>
          </a:p>
        </p:txBody>
      </p:sp>
      <p:sp>
        <p:nvSpPr>
          <p:cNvPr id="13" name="Rectangle 1"/>
          <p:cNvSpPr/>
          <p:nvPr userDrawn="1"/>
        </p:nvSpPr>
        <p:spPr>
          <a:xfrm>
            <a:off x="0" y="4337959"/>
            <a:ext cx="5573486" cy="660762"/>
          </a:xfrm>
          <a:custGeom>
            <a:avLst/>
            <a:gdLst>
              <a:gd name="connsiteX0" fmla="*/ 0 w 5573486"/>
              <a:gd name="connsiteY0" fmla="*/ 0 h 1233714"/>
              <a:gd name="connsiteX1" fmla="*/ 5573486 w 5573486"/>
              <a:gd name="connsiteY1" fmla="*/ 0 h 1233714"/>
              <a:gd name="connsiteX2" fmla="*/ 5573486 w 5573486"/>
              <a:gd name="connsiteY2" fmla="*/ 1233714 h 1233714"/>
              <a:gd name="connsiteX3" fmla="*/ 0 w 5573486"/>
              <a:gd name="connsiteY3" fmla="*/ 1233714 h 1233714"/>
              <a:gd name="connsiteX4" fmla="*/ 0 w 5573486"/>
              <a:gd name="connsiteY4" fmla="*/ 0 h 1233714"/>
              <a:gd name="connsiteX0" fmla="*/ 0 w 5573486"/>
              <a:gd name="connsiteY0" fmla="*/ 0 h 1241334"/>
              <a:gd name="connsiteX1" fmla="*/ 5573486 w 5573486"/>
              <a:gd name="connsiteY1" fmla="*/ 0 h 1241334"/>
              <a:gd name="connsiteX2" fmla="*/ 4773386 w 5573486"/>
              <a:gd name="connsiteY2" fmla="*/ 1241334 h 1241334"/>
              <a:gd name="connsiteX3" fmla="*/ 0 w 5573486"/>
              <a:gd name="connsiteY3" fmla="*/ 1233714 h 1241334"/>
              <a:gd name="connsiteX4" fmla="*/ 0 w 5573486"/>
              <a:gd name="connsiteY4" fmla="*/ 0 h 1241334"/>
              <a:gd name="connsiteX0" fmla="*/ 0 w 5573486"/>
              <a:gd name="connsiteY0" fmla="*/ 0 h 1241334"/>
              <a:gd name="connsiteX1" fmla="*/ 5573486 w 5573486"/>
              <a:gd name="connsiteY1" fmla="*/ 0 h 1241334"/>
              <a:gd name="connsiteX2" fmla="*/ 5069221 w 5573486"/>
              <a:gd name="connsiteY2" fmla="*/ 1241334 h 1241334"/>
              <a:gd name="connsiteX3" fmla="*/ 0 w 5573486"/>
              <a:gd name="connsiteY3" fmla="*/ 1233714 h 1241334"/>
              <a:gd name="connsiteX4" fmla="*/ 0 w 5573486"/>
              <a:gd name="connsiteY4" fmla="*/ 0 h 124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3486" h="1241334">
                <a:moveTo>
                  <a:pt x="0" y="0"/>
                </a:moveTo>
                <a:lnTo>
                  <a:pt x="5573486" y="0"/>
                </a:lnTo>
                <a:lnTo>
                  <a:pt x="5069221" y="1241334"/>
                </a:lnTo>
                <a:lnTo>
                  <a:pt x="0" y="123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/>
          </a:p>
        </p:txBody>
      </p:sp>
      <p:sp>
        <p:nvSpPr>
          <p:cNvPr id="15" name="Rectangle 1"/>
          <p:cNvSpPr/>
          <p:nvPr userDrawn="1"/>
        </p:nvSpPr>
        <p:spPr>
          <a:xfrm>
            <a:off x="0" y="4279901"/>
            <a:ext cx="5573486" cy="665479"/>
          </a:xfrm>
          <a:custGeom>
            <a:avLst/>
            <a:gdLst>
              <a:gd name="connsiteX0" fmla="*/ 0 w 5573486"/>
              <a:gd name="connsiteY0" fmla="*/ 0 h 1233714"/>
              <a:gd name="connsiteX1" fmla="*/ 5573486 w 5573486"/>
              <a:gd name="connsiteY1" fmla="*/ 0 h 1233714"/>
              <a:gd name="connsiteX2" fmla="*/ 5573486 w 5573486"/>
              <a:gd name="connsiteY2" fmla="*/ 1233714 h 1233714"/>
              <a:gd name="connsiteX3" fmla="*/ 0 w 5573486"/>
              <a:gd name="connsiteY3" fmla="*/ 1233714 h 1233714"/>
              <a:gd name="connsiteX4" fmla="*/ 0 w 5573486"/>
              <a:gd name="connsiteY4" fmla="*/ 0 h 1233714"/>
              <a:gd name="connsiteX0" fmla="*/ 0 w 5573486"/>
              <a:gd name="connsiteY0" fmla="*/ 0 h 1241334"/>
              <a:gd name="connsiteX1" fmla="*/ 5573486 w 5573486"/>
              <a:gd name="connsiteY1" fmla="*/ 0 h 1241334"/>
              <a:gd name="connsiteX2" fmla="*/ 4773386 w 5573486"/>
              <a:gd name="connsiteY2" fmla="*/ 1241334 h 1241334"/>
              <a:gd name="connsiteX3" fmla="*/ 0 w 5573486"/>
              <a:gd name="connsiteY3" fmla="*/ 1233714 h 1241334"/>
              <a:gd name="connsiteX4" fmla="*/ 0 w 5573486"/>
              <a:gd name="connsiteY4" fmla="*/ 0 h 1241334"/>
              <a:gd name="connsiteX0" fmla="*/ 0 w 5573486"/>
              <a:gd name="connsiteY0" fmla="*/ 0 h 1241334"/>
              <a:gd name="connsiteX1" fmla="*/ 5573486 w 5573486"/>
              <a:gd name="connsiteY1" fmla="*/ 0 h 1241334"/>
              <a:gd name="connsiteX2" fmla="*/ 5069221 w 5573486"/>
              <a:gd name="connsiteY2" fmla="*/ 1241334 h 1241334"/>
              <a:gd name="connsiteX3" fmla="*/ 0 w 5573486"/>
              <a:gd name="connsiteY3" fmla="*/ 1233714 h 1241334"/>
              <a:gd name="connsiteX4" fmla="*/ 0 w 5573486"/>
              <a:gd name="connsiteY4" fmla="*/ 0 h 124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3486" h="1241334">
                <a:moveTo>
                  <a:pt x="0" y="0"/>
                </a:moveTo>
                <a:lnTo>
                  <a:pt x="5573486" y="0"/>
                </a:lnTo>
                <a:lnTo>
                  <a:pt x="5069221" y="1241334"/>
                </a:lnTo>
                <a:lnTo>
                  <a:pt x="0" y="123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8058" y="4268651"/>
            <a:ext cx="5428343" cy="694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457200" anchor="ctr">
            <a:normAutofit/>
          </a:bodyPr>
          <a:lstStyle>
            <a:lvl1pPr marL="0" indent="0" algn="r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to add title</a:t>
            </a:r>
          </a:p>
        </p:txBody>
      </p:sp>
      <p:sp>
        <p:nvSpPr>
          <p:cNvPr id="17" name="Rectangle 1"/>
          <p:cNvSpPr/>
          <p:nvPr userDrawn="1"/>
        </p:nvSpPr>
        <p:spPr>
          <a:xfrm>
            <a:off x="0" y="5016501"/>
            <a:ext cx="5035550" cy="515619"/>
          </a:xfrm>
          <a:custGeom>
            <a:avLst/>
            <a:gdLst>
              <a:gd name="connsiteX0" fmla="*/ 0 w 5573486"/>
              <a:gd name="connsiteY0" fmla="*/ 0 h 1233714"/>
              <a:gd name="connsiteX1" fmla="*/ 5573486 w 5573486"/>
              <a:gd name="connsiteY1" fmla="*/ 0 h 1233714"/>
              <a:gd name="connsiteX2" fmla="*/ 5573486 w 5573486"/>
              <a:gd name="connsiteY2" fmla="*/ 1233714 h 1233714"/>
              <a:gd name="connsiteX3" fmla="*/ 0 w 5573486"/>
              <a:gd name="connsiteY3" fmla="*/ 1233714 h 1233714"/>
              <a:gd name="connsiteX4" fmla="*/ 0 w 5573486"/>
              <a:gd name="connsiteY4" fmla="*/ 0 h 1233714"/>
              <a:gd name="connsiteX0" fmla="*/ 0 w 5573486"/>
              <a:gd name="connsiteY0" fmla="*/ 0 h 1241334"/>
              <a:gd name="connsiteX1" fmla="*/ 5573486 w 5573486"/>
              <a:gd name="connsiteY1" fmla="*/ 0 h 1241334"/>
              <a:gd name="connsiteX2" fmla="*/ 4773386 w 5573486"/>
              <a:gd name="connsiteY2" fmla="*/ 1241334 h 1241334"/>
              <a:gd name="connsiteX3" fmla="*/ 0 w 5573486"/>
              <a:gd name="connsiteY3" fmla="*/ 1233714 h 1241334"/>
              <a:gd name="connsiteX4" fmla="*/ 0 w 5573486"/>
              <a:gd name="connsiteY4" fmla="*/ 0 h 1241334"/>
              <a:gd name="connsiteX0" fmla="*/ 0 w 5573486"/>
              <a:gd name="connsiteY0" fmla="*/ 0 h 1241334"/>
              <a:gd name="connsiteX1" fmla="*/ 5573486 w 5573486"/>
              <a:gd name="connsiteY1" fmla="*/ 0 h 1241334"/>
              <a:gd name="connsiteX2" fmla="*/ 5069221 w 5573486"/>
              <a:gd name="connsiteY2" fmla="*/ 1241334 h 1241334"/>
              <a:gd name="connsiteX3" fmla="*/ 0 w 5573486"/>
              <a:gd name="connsiteY3" fmla="*/ 1233714 h 1241334"/>
              <a:gd name="connsiteX4" fmla="*/ 0 w 5573486"/>
              <a:gd name="connsiteY4" fmla="*/ 0 h 124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3486" h="1241334">
                <a:moveTo>
                  <a:pt x="0" y="0"/>
                </a:moveTo>
                <a:lnTo>
                  <a:pt x="5573486" y="0"/>
                </a:lnTo>
                <a:lnTo>
                  <a:pt x="5069221" y="1241334"/>
                </a:lnTo>
                <a:lnTo>
                  <a:pt x="0" y="123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8059" y="5036456"/>
            <a:ext cx="4761592" cy="537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457200" anchor="ctr">
            <a:normAutofit/>
          </a:bodyPr>
          <a:lstStyle>
            <a:lvl1pPr marL="0" indent="0" algn="r">
              <a:buNone/>
              <a:defRPr sz="1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to add sub title</a:t>
            </a:r>
          </a:p>
        </p:txBody>
      </p:sp>
      <p:sp>
        <p:nvSpPr>
          <p:cNvPr id="19" name="Rectangle 1"/>
          <p:cNvSpPr/>
          <p:nvPr userDrawn="1"/>
        </p:nvSpPr>
        <p:spPr>
          <a:xfrm>
            <a:off x="0" y="5620659"/>
            <a:ext cx="4562475" cy="521061"/>
          </a:xfrm>
          <a:custGeom>
            <a:avLst/>
            <a:gdLst>
              <a:gd name="connsiteX0" fmla="*/ 0 w 5573486"/>
              <a:gd name="connsiteY0" fmla="*/ 0 h 1233714"/>
              <a:gd name="connsiteX1" fmla="*/ 5573486 w 5573486"/>
              <a:gd name="connsiteY1" fmla="*/ 0 h 1233714"/>
              <a:gd name="connsiteX2" fmla="*/ 5573486 w 5573486"/>
              <a:gd name="connsiteY2" fmla="*/ 1233714 h 1233714"/>
              <a:gd name="connsiteX3" fmla="*/ 0 w 5573486"/>
              <a:gd name="connsiteY3" fmla="*/ 1233714 h 1233714"/>
              <a:gd name="connsiteX4" fmla="*/ 0 w 5573486"/>
              <a:gd name="connsiteY4" fmla="*/ 0 h 1233714"/>
              <a:gd name="connsiteX0" fmla="*/ 0 w 5573486"/>
              <a:gd name="connsiteY0" fmla="*/ 0 h 1241334"/>
              <a:gd name="connsiteX1" fmla="*/ 5573486 w 5573486"/>
              <a:gd name="connsiteY1" fmla="*/ 0 h 1241334"/>
              <a:gd name="connsiteX2" fmla="*/ 4773386 w 5573486"/>
              <a:gd name="connsiteY2" fmla="*/ 1241334 h 1241334"/>
              <a:gd name="connsiteX3" fmla="*/ 0 w 5573486"/>
              <a:gd name="connsiteY3" fmla="*/ 1233714 h 1241334"/>
              <a:gd name="connsiteX4" fmla="*/ 0 w 5573486"/>
              <a:gd name="connsiteY4" fmla="*/ 0 h 1241334"/>
              <a:gd name="connsiteX0" fmla="*/ 0 w 5573486"/>
              <a:gd name="connsiteY0" fmla="*/ 0 h 1241334"/>
              <a:gd name="connsiteX1" fmla="*/ 5573486 w 5573486"/>
              <a:gd name="connsiteY1" fmla="*/ 0 h 1241334"/>
              <a:gd name="connsiteX2" fmla="*/ 5069221 w 5573486"/>
              <a:gd name="connsiteY2" fmla="*/ 1241334 h 1241334"/>
              <a:gd name="connsiteX3" fmla="*/ 0 w 5573486"/>
              <a:gd name="connsiteY3" fmla="*/ 1233714 h 1241334"/>
              <a:gd name="connsiteX4" fmla="*/ 0 w 5573486"/>
              <a:gd name="connsiteY4" fmla="*/ 0 h 124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3486" h="1241334">
                <a:moveTo>
                  <a:pt x="0" y="0"/>
                </a:moveTo>
                <a:lnTo>
                  <a:pt x="5573486" y="0"/>
                </a:lnTo>
                <a:lnTo>
                  <a:pt x="5069221" y="1241334"/>
                </a:lnTo>
                <a:lnTo>
                  <a:pt x="0" y="123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>
              <a:latin typeface="+mn-lt"/>
            </a:endParaRPr>
          </a:p>
        </p:txBody>
      </p:sp>
      <p:sp>
        <p:nvSpPr>
          <p:cNvPr id="20" name="Rectangle 1"/>
          <p:cNvSpPr/>
          <p:nvPr userDrawn="1"/>
        </p:nvSpPr>
        <p:spPr>
          <a:xfrm>
            <a:off x="0" y="5588001"/>
            <a:ext cx="4548188" cy="515619"/>
          </a:xfrm>
          <a:custGeom>
            <a:avLst/>
            <a:gdLst>
              <a:gd name="connsiteX0" fmla="*/ 0 w 5573486"/>
              <a:gd name="connsiteY0" fmla="*/ 0 h 1233714"/>
              <a:gd name="connsiteX1" fmla="*/ 5573486 w 5573486"/>
              <a:gd name="connsiteY1" fmla="*/ 0 h 1233714"/>
              <a:gd name="connsiteX2" fmla="*/ 5573486 w 5573486"/>
              <a:gd name="connsiteY2" fmla="*/ 1233714 h 1233714"/>
              <a:gd name="connsiteX3" fmla="*/ 0 w 5573486"/>
              <a:gd name="connsiteY3" fmla="*/ 1233714 h 1233714"/>
              <a:gd name="connsiteX4" fmla="*/ 0 w 5573486"/>
              <a:gd name="connsiteY4" fmla="*/ 0 h 1233714"/>
              <a:gd name="connsiteX0" fmla="*/ 0 w 5573486"/>
              <a:gd name="connsiteY0" fmla="*/ 0 h 1241334"/>
              <a:gd name="connsiteX1" fmla="*/ 5573486 w 5573486"/>
              <a:gd name="connsiteY1" fmla="*/ 0 h 1241334"/>
              <a:gd name="connsiteX2" fmla="*/ 4773386 w 5573486"/>
              <a:gd name="connsiteY2" fmla="*/ 1241334 h 1241334"/>
              <a:gd name="connsiteX3" fmla="*/ 0 w 5573486"/>
              <a:gd name="connsiteY3" fmla="*/ 1233714 h 1241334"/>
              <a:gd name="connsiteX4" fmla="*/ 0 w 5573486"/>
              <a:gd name="connsiteY4" fmla="*/ 0 h 1241334"/>
              <a:gd name="connsiteX0" fmla="*/ 0 w 5573486"/>
              <a:gd name="connsiteY0" fmla="*/ 0 h 1241334"/>
              <a:gd name="connsiteX1" fmla="*/ 5573486 w 5573486"/>
              <a:gd name="connsiteY1" fmla="*/ 0 h 1241334"/>
              <a:gd name="connsiteX2" fmla="*/ 5069221 w 5573486"/>
              <a:gd name="connsiteY2" fmla="*/ 1241334 h 1241334"/>
              <a:gd name="connsiteX3" fmla="*/ 0 w 5573486"/>
              <a:gd name="connsiteY3" fmla="*/ 1233714 h 1241334"/>
              <a:gd name="connsiteX4" fmla="*/ 0 w 5573486"/>
              <a:gd name="connsiteY4" fmla="*/ 0 h 124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3486" h="1241334">
                <a:moveTo>
                  <a:pt x="0" y="0"/>
                </a:moveTo>
                <a:lnTo>
                  <a:pt x="5573486" y="0"/>
                </a:lnTo>
                <a:lnTo>
                  <a:pt x="5069221" y="1241334"/>
                </a:lnTo>
                <a:lnTo>
                  <a:pt x="0" y="123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>
              <a:latin typeface="+mn-lt"/>
            </a:endParaRPr>
          </a:p>
        </p:txBody>
      </p:sp>
      <p:sp>
        <p:nvSpPr>
          <p:cNvPr id="21" name="Text Placeholder 8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8059" y="5607956"/>
            <a:ext cx="4309546" cy="537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457200" anchor="ctr">
            <a:normAutofit/>
          </a:bodyPr>
          <a:lstStyle>
            <a:lvl1pPr marL="0" indent="0" algn="r">
              <a:buNone/>
              <a:defRPr sz="16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to add date/presenter’s name</a:t>
            </a:r>
          </a:p>
        </p:txBody>
      </p:sp>
    </p:spTree>
    <p:extLst>
      <p:ext uri="{BB962C8B-B14F-4D97-AF65-F5344CB8AC3E}">
        <p14:creationId xmlns:p14="http://schemas.microsoft.com/office/powerpoint/2010/main" val="183432052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9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524" y="952500"/>
            <a:ext cx="12188952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75" y="2589213"/>
            <a:ext cx="9594850" cy="7064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 b="1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Section Name Here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1298575" y="3408363"/>
            <a:ext cx="9594850" cy="5921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2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Who what when where</a:t>
            </a:r>
          </a:p>
        </p:txBody>
      </p:sp>
    </p:spTree>
    <p:extLst>
      <p:ext uri="{BB962C8B-B14F-4D97-AF65-F5344CB8AC3E}">
        <p14:creationId xmlns:p14="http://schemas.microsoft.com/office/powerpoint/2010/main" val="33642888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408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5"/>
          <p:cNvSpPr>
            <a:spLocks noGrp="1"/>
          </p:cNvSpPr>
          <p:nvPr>
            <p:ph type="title"/>
          </p:nvPr>
        </p:nvSpPr>
        <p:spPr>
          <a:xfrm>
            <a:off x="341086" y="118382"/>
            <a:ext cx="9360000" cy="7234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341086" y="1338470"/>
            <a:ext cx="10772015" cy="4703555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2000" b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marR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 sz="1600" b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marR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 sz="1400"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marR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200" b="0" baseline="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>
                <a:latin typeface="PF DinText Pro" panose="02000506020000020004" pitchFamily="2" charset="0"/>
              </a:defRPr>
            </a:lvl6pPr>
          </a:lstStyle>
          <a:p>
            <a:r>
              <a:rPr lang="en-US" dirty="0" smtClean="0">
                <a:cs typeface="Arial" charset="0"/>
              </a:rPr>
              <a:t>Heading (Arial 20 – Square Black Bullet)</a:t>
            </a:r>
          </a:p>
          <a:p>
            <a:pPr lvl="1"/>
            <a:r>
              <a:rPr lang="en-US" dirty="0" smtClean="0">
                <a:cs typeface="Arial" charset="0"/>
              </a:rPr>
              <a:t>Level one (Arial 18 – Round Black Bullet)</a:t>
            </a:r>
          </a:p>
          <a:p>
            <a:pPr lvl="2"/>
            <a:r>
              <a:rPr lang="en-US" dirty="0" smtClean="0">
                <a:cs typeface="Arial" charset="0"/>
              </a:rPr>
              <a:t>Level two (Arial 16 – Hollow Round Black Bullet)</a:t>
            </a:r>
          </a:p>
          <a:p>
            <a:pPr lvl="3"/>
            <a:r>
              <a:rPr lang="en-US" dirty="0" smtClean="0">
                <a:cs typeface="Arial" charset="0"/>
              </a:rPr>
              <a:t>Level three (Arial 14 – Checkmark Black Bullet)</a:t>
            </a:r>
          </a:p>
          <a:p>
            <a:pPr marL="2057400" marR="0" lvl="4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>
                <a:cs typeface="Arial" charset="0"/>
              </a:rPr>
              <a:t>Level four (Arial 12 – Square Black Bullet)</a:t>
            </a:r>
          </a:p>
          <a:p>
            <a:pPr marL="1257300" marR="0" lvl="2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dirty="0" smtClean="0">
              <a:cs typeface="Arial" charset="0"/>
            </a:endParaRPr>
          </a:p>
          <a:p>
            <a:pPr lvl="2"/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3239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nip Single Corner Rectangle 12"/>
          <p:cNvSpPr/>
          <p:nvPr/>
        </p:nvSpPr>
        <p:spPr>
          <a:xfrm>
            <a:off x="468086" y="1408982"/>
            <a:ext cx="3163824" cy="464457"/>
          </a:xfrm>
          <a:prstGeom prst="snip1Rect">
            <a:avLst>
              <a:gd name="adj" fmla="val 50000"/>
            </a:avLst>
          </a:prstGeom>
          <a:solidFill>
            <a:srgbClr val="008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Challenge</a:t>
            </a:r>
            <a:endParaRPr lang="en-US" sz="2000" b="0" kern="1200" dirty="0">
              <a:solidFill>
                <a:schemeClr val="lt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Snip Single Corner Rectangle 23"/>
          <p:cNvSpPr/>
          <p:nvPr userDrawn="1"/>
        </p:nvSpPr>
        <p:spPr>
          <a:xfrm>
            <a:off x="4217770" y="1408982"/>
            <a:ext cx="3163824" cy="464457"/>
          </a:xfrm>
          <a:prstGeom prst="snip1Rect">
            <a:avLst>
              <a:gd name="adj" fmla="val 50000"/>
            </a:avLst>
          </a:prstGeom>
          <a:solidFill>
            <a:srgbClr val="606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Solution</a:t>
            </a:r>
            <a:endParaRPr lang="en-US" sz="2000" b="0" kern="1200" dirty="0">
              <a:solidFill>
                <a:schemeClr val="lt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Snip Single Corner Rectangle 24"/>
          <p:cNvSpPr/>
          <p:nvPr userDrawn="1"/>
        </p:nvSpPr>
        <p:spPr>
          <a:xfrm>
            <a:off x="7977099" y="1408982"/>
            <a:ext cx="3163824" cy="464457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Impact</a:t>
            </a:r>
            <a:endParaRPr lang="en-US" sz="20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ight Triangle 2"/>
          <p:cNvSpPr/>
          <p:nvPr userDrawn="1"/>
        </p:nvSpPr>
        <p:spPr>
          <a:xfrm flipH="1">
            <a:off x="9027885" y="4199126"/>
            <a:ext cx="3164112" cy="2658874"/>
          </a:xfrm>
          <a:custGeom>
            <a:avLst/>
            <a:gdLst>
              <a:gd name="connsiteX0" fmla="*/ 0 w 4499429"/>
              <a:gd name="connsiteY0" fmla="*/ 3780971 h 3780971"/>
              <a:gd name="connsiteX1" fmla="*/ 0 w 4499429"/>
              <a:gd name="connsiteY1" fmla="*/ 0 h 3780971"/>
              <a:gd name="connsiteX2" fmla="*/ 4499429 w 4499429"/>
              <a:gd name="connsiteY2" fmla="*/ 3780971 h 3780971"/>
              <a:gd name="connsiteX3" fmla="*/ 0 w 4499429"/>
              <a:gd name="connsiteY3" fmla="*/ 3780971 h 3780971"/>
              <a:gd name="connsiteX0" fmla="*/ 0 w 4499429"/>
              <a:gd name="connsiteY0" fmla="*/ 3780971 h 3780971"/>
              <a:gd name="connsiteX1" fmla="*/ 0 w 4499429"/>
              <a:gd name="connsiteY1" fmla="*/ 0 h 3780971"/>
              <a:gd name="connsiteX2" fmla="*/ 4499429 w 4499429"/>
              <a:gd name="connsiteY2" fmla="*/ 3780971 h 3780971"/>
              <a:gd name="connsiteX3" fmla="*/ 0 w 4499429"/>
              <a:gd name="connsiteY3" fmla="*/ 3780971 h 3780971"/>
              <a:gd name="connsiteX0" fmla="*/ 0 w 4499429"/>
              <a:gd name="connsiteY0" fmla="*/ 3780971 h 3780971"/>
              <a:gd name="connsiteX1" fmla="*/ 0 w 4499429"/>
              <a:gd name="connsiteY1" fmla="*/ 0 h 3780971"/>
              <a:gd name="connsiteX2" fmla="*/ 4499429 w 4499429"/>
              <a:gd name="connsiteY2" fmla="*/ 3780971 h 3780971"/>
              <a:gd name="connsiteX3" fmla="*/ 0 w 4499429"/>
              <a:gd name="connsiteY3" fmla="*/ 3780971 h 3780971"/>
              <a:gd name="connsiteX0" fmla="*/ 0 w 4499429"/>
              <a:gd name="connsiteY0" fmla="*/ 3780971 h 3780971"/>
              <a:gd name="connsiteX1" fmla="*/ 0 w 4499429"/>
              <a:gd name="connsiteY1" fmla="*/ 0 h 3780971"/>
              <a:gd name="connsiteX2" fmla="*/ 4499429 w 4499429"/>
              <a:gd name="connsiteY2" fmla="*/ 3780971 h 3780971"/>
              <a:gd name="connsiteX3" fmla="*/ 0 w 4499429"/>
              <a:gd name="connsiteY3" fmla="*/ 3780971 h 3780971"/>
              <a:gd name="connsiteX0" fmla="*/ 0 w 4499429"/>
              <a:gd name="connsiteY0" fmla="*/ 3780971 h 3780971"/>
              <a:gd name="connsiteX1" fmla="*/ 0 w 4499429"/>
              <a:gd name="connsiteY1" fmla="*/ 0 h 3780971"/>
              <a:gd name="connsiteX2" fmla="*/ 4499429 w 4499429"/>
              <a:gd name="connsiteY2" fmla="*/ 3780971 h 3780971"/>
              <a:gd name="connsiteX3" fmla="*/ 0 w 4499429"/>
              <a:gd name="connsiteY3" fmla="*/ 3780971 h 3780971"/>
              <a:gd name="connsiteX0" fmla="*/ 0 w 4499429"/>
              <a:gd name="connsiteY0" fmla="*/ 3780971 h 3780971"/>
              <a:gd name="connsiteX1" fmla="*/ 0 w 4499429"/>
              <a:gd name="connsiteY1" fmla="*/ 0 h 3780971"/>
              <a:gd name="connsiteX2" fmla="*/ 4499429 w 4499429"/>
              <a:gd name="connsiteY2" fmla="*/ 3780971 h 3780971"/>
              <a:gd name="connsiteX3" fmla="*/ 0 w 4499429"/>
              <a:gd name="connsiteY3" fmla="*/ 3780971 h 3780971"/>
              <a:gd name="connsiteX0" fmla="*/ 0 w 4499429"/>
              <a:gd name="connsiteY0" fmla="*/ 3780971 h 3780971"/>
              <a:gd name="connsiteX1" fmla="*/ 0 w 4499429"/>
              <a:gd name="connsiteY1" fmla="*/ 0 h 3780971"/>
              <a:gd name="connsiteX2" fmla="*/ 4499429 w 4499429"/>
              <a:gd name="connsiteY2" fmla="*/ 3780971 h 3780971"/>
              <a:gd name="connsiteX3" fmla="*/ 0 w 4499429"/>
              <a:gd name="connsiteY3" fmla="*/ 3780971 h 3780971"/>
              <a:gd name="connsiteX0" fmla="*/ 0 w 4499429"/>
              <a:gd name="connsiteY0" fmla="*/ 3780971 h 3780971"/>
              <a:gd name="connsiteX1" fmla="*/ 0 w 4499429"/>
              <a:gd name="connsiteY1" fmla="*/ 0 h 3780971"/>
              <a:gd name="connsiteX2" fmla="*/ 4499429 w 4499429"/>
              <a:gd name="connsiteY2" fmla="*/ 3780971 h 3780971"/>
              <a:gd name="connsiteX3" fmla="*/ 0 w 4499429"/>
              <a:gd name="connsiteY3" fmla="*/ 3780971 h 3780971"/>
              <a:gd name="connsiteX0" fmla="*/ 0 w 4499429"/>
              <a:gd name="connsiteY0" fmla="*/ 3780971 h 3780971"/>
              <a:gd name="connsiteX1" fmla="*/ 0 w 4499429"/>
              <a:gd name="connsiteY1" fmla="*/ 0 h 3780971"/>
              <a:gd name="connsiteX2" fmla="*/ 4499429 w 4499429"/>
              <a:gd name="connsiteY2" fmla="*/ 3780971 h 3780971"/>
              <a:gd name="connsiteX3" fmla="*/ 0 w 4499429"/>
              <a:gd name="connsiteY3" fmla="*/ 3780971 h 378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9429" h="3780971">
                <a:moveTo>
                  <a:pt x="0" y="3780971"/>
                </a:moveTo>
                <a:lnTo>
                  <a:pt x="0" y="0"/>
                </a:lnTo>
                <a:cubicBezTo>
                  <a:pt x="1064382" y="2435981"/>
                  <a:pt x="2404533" y="3275390"/>
                  <a:pt x="4499429" y="3780971"/>
                </a:cubicBezTo>
                <a:lnTo>
                  <a:pt x="0" y="3780971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468086" y="2066925"/>
            <a:ext cx="3163824" cy="27051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PF DinText Pro Thin " panose="02000000000000000000" pitchFamily="2" charset="0"/>
              </a:defRPr>
            </a:lvl2pPr>
            <a:lvl3pPr>
              <a:defRPr>
                <a:latin typeface="PF DinText Pro Thin " panose="02000000000000000000" pitchFamily="2" charset="0"/>
              </a:defRPr>
            </a:lvl3pPr>
            <a:lvl4pPr>
              <a:defRPr>
                <a:latin typeface="PF DinText Pro Thin " panose="02000000000000000000" pitchFamily="2" charset="0"/>
              </a:defRPr>
            </a:lvl4pPr>
            <a:lvl5pPr>
              <a:defRPr>
                <a:latin typeface="PF DinText Pro Thin " panose="02000000000000000000" pitchFamily="2" charset="0"/>
              </a:defRPr>
            </a:lvl5pPr>
          </a:lstStyle>
          <a:p>
            <a:pPr lvl="0"/>
            <a:r>
              <a:rPr lang="en-US" dirty="0" smtClean="0"/>
              <a:t>Click add text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4217770" y="2066925"/>
            <a:ext cx="3163824" cy="27051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PF DinText Pro Thin " panose="02000000000000000000" pitchFamily="2" charset="0"/>
              </a:defRPr>
            </a:lvl2pPr>
            <a:lvl3pPr>
              <a:defRPr>
                <a:latin typeface="PF DinText Pro Thin " panose="02000000000000000000" pitchFamily="2" charset="0"/>
              </a:defRPr>
            </a:lvl3pPr>
            <a:lvl4pPr>
              <a:defRPr>
                <a:latin typeface="PF DinText Pro Thin " panose="02000000000000000000" pitchFamily="2" charset="0"/>
              </a:defRPr>
            </a:lvl4pPr>
            <a:lvl5pPr>
              <a:defRPr>
                <a:latin typeface="PF DinText Pro Thin " panose="02000000000000000000" pitchFamily="2" charset="0"/>
              </a:defRPr>
            </a:lvl5pPr>
          </a:lstStyle>
          <a:p>
            <a:pPr lvl="0"/>
            <a:r>
              <a:rPr lang="en-US" dirty="0" smtClean="0"/>
              <a:t>Click add text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7977099" y="2066925"/>
            <a:ext cx="3163824" cy="27051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PF DinText Pro Thin " panose="02000000000000000000" pitchFamily="2" charset="0"/>
              </a:defRPr>
            </a:lvl2pPr>
            <a:lvl3pPr>
              <a:defRPr>
                <a:latin typeface="PF DinText Pro Thin " panose="02000000000000000000" pitchFamily="2" charset="0"/>
              </a:defRPr>
            </a:lvl3pPr>
            <a:lvl4pPr>
              <a:defRPr>
                <a:latin typeface="PF DinText Pro Thin " panose="02000000000000000000" pitchFamily="2" charset="0"/>
              </a:defRPr>
            </a:lvl4pPr>
            <a:lvl5pPr>
              <a:defRPr>
                <a:latin typeface="PF DinText Pro Thin " panose="02000000000000000000" pitchFamily="2" charset="0"/>
              </a:defRPr>
            </a:lvl5pPr>
          </a:lstStyle>
          <a:p>
            <a:pPr lvl="0"/>
            <a:r>
              <a:rPr lang="en-US" dirty="0" smtClean="0"/>
              <a:t>Click add text</a:t>
            </a:r>
          </a:p>
        </p:txBody>
      </p:sp>
      <p:sp>
        <p:nvSpPr>
          <p:cNvPr id="20" name="Title Placeholder 15"/>
          <p:cNvSpPr>
            <a:spLocks noGrp="1"/>
          </p:cNvSpPr>
          <p:nvPr>
            <p:ph type="title" hasCustomPrompt="1"/>
          </p:nvPr>
        </p:nvSpPr>
        <p:spPr>
          <a:xfrm>
            <a:off x="341086" y="118382"/>
            <a:ext cx="9360000" cy="7234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rgbClr val="23629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4"/>
          </p:nvPr>
        </p:nvSpPr>
        <p:spPr bwMode="auto">
          <a:xfrm>
            <a:off x="468086" y="4950413"/>
            <a:ext cx="3163824" cy="1280160"/>
          </a:xfrm>
          <a:prstGeom prst="rect">
            <a:avLst/>
          </a:prstGeom>
          <a:noFill/>
          <a:ln w="3175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3935211" y="1372557"/>
            <a:ext cx="0" cy="5168404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7672588" y="1372557"/>
            <a:ext cx="0" cy="5168404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226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1600" b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buFont typeface="Courier New" panose="02070309020205020404" pitchFamily="49" charset="0"/>
              <a:buChar char="o"/>
              <a:defRPr sz="1400" b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ü"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050" b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1600" b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buFont typeface="Courier New" panose="02070309020205020404" pitchFamily="49" charset="0"/>
              <a:buChar char="o"/>
              <a:defRPr sz="1400" b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ü"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050" b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itle Placeholder 15"/>
          <p:cNvSpPr>
            <a:spLocks noGrp="1"/>
          </p:cNvSpPr>
          <p:nvPr>
            <p:ph type="title"/>
          </p:nvPr>
        </p:nvSpPr>
        <p:spPr>
          <a:xfrm>
            <a:off x="341086" y="118382"/>
            <a:ext cx="9360000" cy="7234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7765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579565"/>
            <a:ext cx="5157787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4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403477"/>
            <a:ext cx="5157787" cy="3684588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buFont typeface="Courier New" panose="02070309020205020404" pitchFamily="49" charset="0"/>
              <a:buChar char="o"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ü"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79565"/>
            <a:ext cx="5183188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4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403477"/>
            <a:ext cx="5183188" cy="3684588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buFont typeface="Courier New" panose="02070309020205020404" pitchFamily="49" charset="0"/>
              <a:buChar char="o"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ü"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itle Placeholder 15"/>
          <p:cNvSpPr>
            <a:spLocks noGrp="1"/>
          </p:cNvSpPr>
          <p:nvPr>
            <p:ph type="title"/>
          </p:nvPr>
        </p:nvSpPr>
        <p:spPr>
          <a:xfrm>
            <a:off x="341086" y="118382"/>
            <a:ext cx="9360000" cy="7234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8133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5"/>
          <p:cNvSpPr>
            <a:spLocks noGrp="1"/>
          </p:cNvSpPr>
          <p:nvPr>
            <p:ph type="title"/>
          </p:nvPr>
        </p:nvSpPr>
        <p:spPr>
          <a:xfrm>
            <a:off x="341086" y="118382"/>
            <a:ext cx="9360000" cy="7234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8768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084" y="1344705"/>
            <a:ext cx="3932237" cy="900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b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7163"/>
            <a:ext cx="6172200" cy="4873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PF DinText Pro Thin " panose="020000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4084" y="24892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324084" y="164174"/>
            <a:ext cx="9360000" cy="656771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800" b="1" smtClean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14300" indent="0">
              <a:buNone/>
              <a:defRPr lang="en-US" sz="3600" smtClean="0">
                <a:solidFill>
                  <a:schemeClr val="accent1"/>
                </a:solidFill>
                <a:latin typeface="Trebuchet MS" panose="020B0603020202020204" pitchFamily="34" charset="0"/>
              </a:defRPr>
            </a:lvl2pPr>
            <a:lvl3pPr marL="571500" indent="0">
              <a:buNone/>
              <a:defRPr lang="en-US" sz="3600" smtClean="0">
                <a:solidFill>
                  <a:schemeClr val="accent1"/>
                </a:solidFill>
                <a:latin typeface="Trebuchet MS" panose="020B0603020202020204" pitchFamily="34" charset="0"/>
              </a:defRPr>
            </a:lvl3pPr>
            <a:lvl4pPr marL="1143000" indent="0">
              <a:buNone/>
              <a:defRPr lang="en-US" sz="3600" smtClean="0">
                <a:solidFill>
                  <a:schemeClr val="accent1"/>
                </a:solidFill>
                <a:latin typeface="Trebuchet MS" panose="020B0603020202020204" pitchFamily="34" charset="0"/>
              </a:defRPr>
            </a:lvl4pPr>
            <a:lvl5pPr marL="1600200" indent="0">
              <a:buNone/>
              <a:defRPr lang="en-US" sz="3600">
                <a:solidFill>
                  <a:schemeClr val="accent1"/>
                </a:solidFill>
                <a:latin typeface="Trebuchet MS" panose="020B0603020202020204" pitchFamily="34" charset="0"/>
              </a:defRPr>
            </a:lvl5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8474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084" y="1447800"/>
            <a:ext cx="3932237" cy="9000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000" b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452563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4084" y="25146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324084" y="174933"/>
            <a:ext cx="10003258" cy="6567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2800" b="1" smtClean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14300" indent="0">
              <a:buNone/>
              <a:defRPr lang="en-US" sz="3600" smtClean="0">
                <a:solidFill>
                  <a:schemeClr val="accent1"/>
                </a:solidFill>
                <a:latin typeface="Trebuchet MS" panose="020B0603020202020204" pitchFamily="34" charset="0"/>
              </a:defRPr>
            </a:lvl2pPr>
            <a:lvl3pPr marL="571500" indent="0">
              <a:buNone/>
              <a:defRPr lang="en-US" sz="3600" smtClean="0">
                <a:solidFill>
                  <a:schemeClr val="accent1"/>
                </a:solidFill>
                <a:latin typeface="Trebuchet MS" panose="020B0603020202020204" pitchFamily="34" charset="0"/>
              </a:defRPr>
            </a:lvl3pPr>
            <a:lvl4pPr marL="1143000" indent="0">
              <a:buNone/>
              <a:defRPr lang="en-US" sz="3600" smtClean="0">
                <a:solidFill>
                  <a:schemeClr val="accent1"/>
                </a:solidFill>
                <a:latin typeface="Trebuchet MS" panose="020B0603020202020204" pitchFamily="34" charset="0"/>
              </a:defRPr>
            </a:lvl4pPr>
            <a:lvl5pPr marL="1600200" indent="0">
              <a:buNone/>
              <a:defRPr lang="en-US" sz="3600">
                <a:solidFill>
                  <a:schemeClr val="accent1"/>
                </a:solidFill>
                <a:latin typeface="Trebuchet MS" panose="020B0603020202020204" pitchFamily="34" charset="0"/>
              </a:defRPr>
            </a:lvl5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2170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 userDrawn="1"/>
        </p:nvSpPr>
        <p:spPr>
          <a:xfrm>
            <a:off x="1524" y="4034118"/>
            <a:ext cx="12188952" cy="28238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" y="-43031"/>
            <a:ext cx="12187382" cy="629478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367" y="304800"/>
            <a:ext cx="1898657" cy="1099930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1299029" y="6325551"/>
            <a:ext cx="95939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00" b="0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2018 QuEST Global Services </a:t>
            </a:r>
            <a:r>
              <a:rPr lang="en-US" sz="1000" b="0" dirty="0" err="1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Pte</a:t>
            </a:r>
            <a:r>
              <a:rPr lang="en-US" sz="1000" b="0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Ltd. The information in this document is the property of </a:t>
            </a:r>
            <a:r>
              <a:rPr lang="en-US" sz="1000" b="0" dirty="0" err="1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</a:t>
            </a:r>
            <a:r>
              <a:rPr lang="en-US" sz="1000" b="0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Global Services </a:t>
            </a:r>
            <a:r>
              <a:rPr lang="en-US" sz="1000" b="0" dirty="0" err="1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Pte</a:t>
            </a:r>
            <a:r>
              <a:rPr lang="en-US" sz="1000" b="0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Ltd. and may not be copied or communicated </a:t>
            </a:r>
          </a:p>
          <a:p>
            <a:pPr algn="ctr"/>
            <a:r>
              <a:rPr lang="en-US" sz="1000" b="0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a third party or used for any purpose other than that for which it is supplied without the written consent of </a:t>
            </a:r>
            <a:r>
              <a:rPr lang="en-US" sz="1000" b="0" dirty="0" err="1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</a:t>
            </a:r>
            <a:r>
              <a:rPr lang="en-US" sz="1000" b="0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Global Services </a:t>
            </a:r>
            <a:r>
              <a:rPr lang="en-US" sz="1000" b="0" dirty="0" err="1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Pte</a:t>
            </a:r>
            <a:r>
              <a:rPr lang="en-US" sz="1000" b="0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Ltd.</a:t>
            </a:r>
            <a:endParaRPr lang="en-US" sz="1000" b="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"/>
          <p:cNvSpPr/>
          <p:nvPr userDrawn="1"/>
        </p:nvSpPr>
        <p:spPr>
          <a:xfrm>
            <a:off x="0" y="4886740"/>
            <a:ext cx="5573486" cy="660762"/>
          </a:xfrm>
          <a:custGeom>
            <a:avLst/>
            <a:gdLst>
              <a:gd name="connsiteX0" fmla="*/ 0 w 5573486"/>
              <a:gd name="connsiteY0" fmla="*/ 0 h 1233714"/>
              <a:gd name="connsiteX1" fmla="*/ 5573486 w 5573486"/>
              <a:gd name="connsiteY1" fmla="*/ 0 h 1233714"/>
              <a:gd name="connsiteX2" fmla="*/ 5573486 w 5573486"/>
              <a:gd name="connsiteY2" fmla="*/ 1233714 h 1233714"/>
              <a:gd name="connsiteX3" fmla="*/ 0 w 5573486"/>
              <a:gd name="connsiteY3" fmla="*/ 1233714 h 1233714"/>
              <a:gd name="connsiteX4" fmla="*/ 0 w 5573486"/>
              <a:gd name="connsiteY4" fmla="*/ 0 h 1233714"/>
              <a:gd name="connsiteX0" fmla="*/ 0 w 5573486"/>
              <a:gd name="connsiteY0" fmla="*/ 0 h 1241334"/>
              <a:gd name="connsiteX1" fmla="*/ 5573486 w 5573486"/>
              <a:gd name="connsiteY1" fmla="*/ 0 h 1241334"/>
              <a:gd name="connsiteX2" fmla="*/ 4773386 w 5573486"/>
              <a:gd name="connsiteY2" fmla="*/ 1241334 h 1241334"/>
              <a:gd name="connsiteX3" fmla="*/ 0 w 5573486"/>
              <a:gd name="connsiteY3" fmla="*/ 1233714 h 1241334"/>
              <a:gd name="connsiteX4" fmla="*/ 0 w 5573486"/>
              <a:gd name="connsiteY4" fmla="*/ 0 h 1241334"/>
              <a:gd name="connsiteX0" fmla="*/ 0 w 5573486"/>
              <a:gd name="connsiteY0" fmla="*/ 0 h 1241334"/>
              <a:gd name="connsiteX1" fmla="*/ 5573486 w 5573486"/>
              <a:gd name="connsiteY1" fmla="*/ 0 h 1241334"/>
              <a:gd name="connsiteX2" fmla="*/ 5069221 w 5573486"/>
              <a:gd name="connsiteY2" fmla="*/ 1241334 h 1241334"/>
              <a:gd name="connsiteX3" fmla="*/ 0 w 5573486"/>
              <a:gd name="connsiteY3" fmla="*/ 1233714 h 1241334"/>
              <a:gd name="connsiteX4" fmla="*/ 0 w 5573486"/>
              <a:gd name="connsiteY4" fmla="*/ 0 h 124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3486" h="1241334">
                <a:moveTo>
                  <a:pt x="0" y="0"/>
                </a:moveTo>
                <a:lnTo>
                  <a:pt x="5573486" y="0"/>
                </a:lnTo>
                <a:lnTo>
                  <a:pt x="5069221" y="1241334"/>
                </a:lnTo>
                <a:lnTo>
                  <a:pt x="0" y="123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/>
          </a:p>
        </p:txBody>
      </p:sp>
      <p:sp>
        <p:nvSpPr>
          <p:cNvPr id="18" name="Rectangle 1"/>
          <p:cNvSpPr/>
          <p:nvPr userDrawn="1"/>
        </p:nvSpPr>
        <p:spPr>
          <a:xfrm>
            <a:off x="0" y="4828682"/>
            <a:ext cx="5573486" cy="665479"/>
          </a:xfrm>
          <a:custGeom>
            <a:avLst/>
            <a:gdLst>
              <a:gd name="connsiteX0" fmla="*/ 0 w 5573486"/>
              <a:gd name="connsiteY0" fmla="*/ 0 h 1233714"/>
              <a:gd name="connsiteX1" fmla="*/ 5573486 w 5573486"/>
              <a:gd name="connsiteY1" fmla="*/ 0 h 1233714"/>
              <a:gd name="connsiteX2" fmla="*/ 5573486 w 5573486"/>
              <a:gd name="connsiteY2" fmla="*/ 1233714 h 1233714"/>
              <a:gd name="connsiteX3" fmla="*/ 0 w 5573486"/>
              <a:gd name="connsiteY3" fmla="*/ 1233714 h 1233714"/>
              <a:gd name="connsiteX4" fmla="*/ 0 w 5573486"/>
              <a:gd name="connsiteY4" fmla="*/ 0 h 1233714"/>
              <a:gd name="connsiteX0" fmla="*/ 0 w 5573486"/>
              <a:gd name="connsiteY0" fmla="*/ 0 h 1241334"/>
              <a:gd name="connsiteX1" fmla="*/ 5573486 w 5573486"/>
              <a:gd name="connsiteY1" fmla="*/ 0 h 1241334"/>
              <a:gd name="connsiteX2" fmla="*/ 4773386 w 5573486"/>
              <a:gd name="connsiteY2" fmla="*/ 1241334 h 1241334"/>
              <a:gd name="connsiteX3" fmla="*/ 0 w 5573486"/>
              <a:gd name="connsiteY3" fmla="*/ 1233714 h 1241334"/>
              <a:gd name="connsiteX4" fmla="*/ 0 w 5573486"/>
              <a:gd name="connsiteY4" fmla="*/ 0 h 1241334"/>
              <a:gd name="connsiteX0" fmla="*/ 0 w 5573486"/>
              <a:gd name="connsiteY0" fmla="*/ 0 h 1241334"/>
              <a:gd name="connsiteX1" fmla="*/ 5573486 w 5573486"/>
              <a:gd name="connsiteY1" fmla="*/ 0 h 1241334"/>
              <a:gd name="connsiteX2" fmla="*/ 5069221 w 5573486"/>
              <a:gd name="connsiteY2" fmla="*/ 1241334 h 1241334"/>
              <a:gd name="connsiteX3" fmla="*/ 0 w 5573486"/>
              <a:gd name="connsiteY3" fmla="*/ 1233714 h 1241334"/>
              <a:gd name="connsiteX4" fmla="*/ 0 w 5573486"/>
              <a:gd name="connsiteY4" fmla="*/ 0 h 124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3486" h="1241334">
                <a:moveTo>
                  <a:pt x="0" y="0"/>
                </a:moveTo>
                <a:lnTo>
                  <a:pt x="5573486" y="0"/>
                </a:lnTo>
                <a:lnTo>
                  <a:pt x="5069221" y="1241334"/>
                </a:lnTo>
                <a:lnTo>
                  <a:pt x="0" y="123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8058" y="4817432"/>
            <a:ext cx="5428343" cy="694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457200" anchor="ctr"/>
          <a:lstStyle>
            <a:lvl1pPr marL="0" indent="0" algn="r">
              <a:buNone/>
              <a:defRPr sz="2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Thank You</a:t>
            </a:r>
          </a:p>
        </p:txBody>
      </p:sp>
      <p:pic>
        <p:nvPicPr>
          <p:cNvPr id="2" name="Picture 1">
            <a:hlinkClick r:id="rId4"/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958" y="5646219"/>
            <a:ext cx="406659" cy="406659"/>
          </a:xfrm>
          <a:prstGeom prst="rect">
            <a:avLst/>
          </a:prstGeom>
        </p:spPr>
      </p:pic>
      <p:pic>
        <p:nvPicPr>
          <p:cNvPr id="4" name="Picture 3">
            <a:hlinkClick r:id="rId6"/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17" y="5647181"/>
            <a:ext cx="404734" cy="404734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775066" y="5647181"/>
            <a:ext cx="12978" cy="4047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/>
          </a:p>
        </p:txBody>
      </p:sp>
      <p:pic>
        <p:nvPicPr>
          <p:cNvPr id="8" name="Picture 7">
            <a:hlinkClick r:id="rId8"/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424" y="5654871"/>
            <a:ext cx="390247" cy="389354"/>
          </a:xfrm>
          <a:prstGeom prst="rect">
            <a:avLst/>
          </a:prstGeom>
        </p:spPr>
      </p:pic>
      <p:sp>
        <p:nvSpPr>
          <p:cNvPr id="30" name="Rectangle 29"/>
          <p:cNvSpPr/>
          <p:nvPr userDrawn="1"/>
        </p:nvSpPr>
        <p:spPr>
          <a:xfrm>
            <a:off x="1338532" y="5647181"/>
            <a:ext cx="12978" cy="4047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0350534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ero Engin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328" y="3980329"/>
            <a:ext cx="2496671" cy="2496671"/>
          </a:xfrm>
          <a:prstGeom prst="rect">
            <a:avLst/>
          </a:prstGeom>
        </p:spPr>
      </p:pic>
      <p:cxnSp>
        <p:nvCxnSpPr>
          <p:cNvPr id="4" name="Straight Connector 3"/>
          <p:cNvCxnSpPr/>
          <p:nvPr userDrawn="1"/>
        </p:nvCxnSpPr>
        <p:spPr>
          <a:xfrm>
            <a:off x="4062211" y="1270957"/>
            <a:ext cx="0" cy="5168404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8129788" y="1270957"/>
            <a:ext cx="0" cy="5168404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78" y="1859132"/>
            <a:ext cx="2570215" cy="2121197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4301297" y="1859132"/>
            <a:ext cx="2570215" cy="2121197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8368872" y="1859131"/>
            <a:ext cx="2570215" cy="2121197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15" name="Title Placeholder 15"/>
          <p:cNvSpPr>
            <a:spLocks noGrp="1"/>
          </p:cNvSpPr>
          <p:nvPr>
            <p:ph type="title" hasCustomPrompt="1"/>
          </p:nvPr>
        </p:nvSpPr>
        <p:spPr>
          <a:xfrm>
            <a:off x="341086" y="118383"/>
            <a:ext cx="9360000" cy="723447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fontAlgn="auto">
              <a:spcAft>
                <a:spcPts val="0"/>
              </a:spcAft>
            </a:pPr>
            <a:r>
              <a:rPr lang="en-US" dirty="0" smtClean="0"/>
              <a:t>Aero Engines | Technical Case Study</a:t>
            </a:r>
          </a:p>
        </p:txBody>
      </p:sp>
      <p:sp>
        <p:nvSpPr>
          <p:cNvPr id="17" name="Snip Single Corner Rectangle 16"/>
          <p:cNvSpPr/>
          <p:nvPr userDrawn="1"/>
        </p:nvSpPr>
        <p:spPr>
          <a:xfrm>
            <a:off x="538878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008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l"/>
            <a:r>
              <a:rPr lang="en-US" sz="2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nip Single Corner Rectangle 17"/>
          <p:cNvSpPr/>
          <p:nvPr userDrawn="1"/>
        </p:nvSpPr>
        <p:spPr>
          <a:xfrm>
            <a:off x="4301297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606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Solution</a:t>
            </a:r>
            <a:endParaRPr lang="en-US" sz="2000" b="0" kern="1200" dirty="0">
              <a:solidFill>
                <a:schemeClr val="lt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Snip Single Corner Rectangle 18"/>
          <p:cNvSpPr/>
          <p:nvPr userDrawn="1"/>
        </p:nvSpPr>
        <p:spPr>
          <a:xfrm>
            <a:off x="8368872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Impact</a:t>
            </a:r>
            <a:endParaRPr lang="en-US" sz="20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04510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l &amp; Ga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26" y="4367589"/>
            <a:ext cx="2463273" cy="2104046"/>
          </a:xfrm>
          <a:prstGeom prst="rect">
            <a:avLst/>
          </a:prstGeom>
        </p:spPr>
      </p:pic>
      <p:cxnSp>
        <p:nvCxnSpPr>
          <p:cNvPr id="39" name="Straight Connector 38"/>
          <p:cNvCxnSpPr/>
          <p:nvPr userDrawn="1"/>
        </p:nvCxnSpPr>
        <p:spPr>
          <a:xfrm>
            <a:off x="4062211" y="1270957"/>
            <a:ext cx="0" cy="5168404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 userDrawn="1"/>
        </p:nvCxnSpPr>
        <p:spPr>
          <a:xfrm>
            <a:off x="8129788" y="1270957"/>
            <a:ext cx="0" cy="5168404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Placeholder 15"/>
          <p:cNvSpPr>
            <a:spLocks noGrp="1"/>
          </p:cNvSpPr>
          <p:nvPr>
            <p:ph type="title" hasCustomPrompt="1"/>
          </p:nvPr>
        </p:nvSpPr>
        <p:spPr>
          <a:xfrm>
            <a:off x="341086" y="118382"/>
            <a:ext cx="9360000" cy="723447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fontAlgn="auto">
              <a:spcAft>
                <a:spcPts val="0"/>
              </a:spcAft>
            </a:pPr>
            <a:r>
              <a:rPr lang="en-US" dirty="0" smtClean="0"/>
              <a:t>Oil and Gas | Technical Case Study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78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4301297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8368872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17" name="Snip Single Corner Rectangle 16"/>
          <p:cNvSpPr/>
          <p:nvPr userDrawn="1"/>
        </p:nvSpPr>
        <p:spPr>
          <a:xfrm>
            <a:off x="538878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008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l"/>
            <a:r>
              <a:rPr lang="en-US" sz="2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nip Single Corner Rectangle 17"/>
          <p:cNvSpPr/>
          <p:nvPr userDrawn="1"/>
        </p:nvSpPr>
        <p:spPr>
          <a:xfrm>
            <a:off x="4301297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606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Solution</a:t>
            </a:r>
            <a:endParaRPr lang="en-US" sz="2000" b="0" kern="1200" dirty="0">
              <a:solidFill>
                <a:schemeClr val="lt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Snip Single Corner Rectangle 19"/>
          <p:cNvSpPr/>
          <p:nvPr userDrawn="1"/>
        </p:nvSpPr>
        <p:spPr>
          <a:xfrm>
            <a:off x="8368872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Impact</a:t>
            </a:r>
            <a:endParaRPr lang="en-US" sz="20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12063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4080">
          <p15:clr>
            <a:srgbClr val="FBAE40"/>
          </p15:clr>
        </p15:guide>
        <p15:guide id="2" pos="614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wer Genera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256" y="4346089"/>
            <a:ext cx="2458744" cy="2130911"/>
          </a:xfrm>
          <a:prstGeom prst="rect">
            <a:avLst/>
          </a:prstGeom>
        </p:spPr>
      </p:pic>
      <p:cxnSp>
        <p:nvCxnSpPr>
          <p:cNvPr id="15" name="Straight Connector 14"/>
          <p:cNvCxnSpPr/>
          <p:nvPr userDrawn="1"/>
        </p:nvCxnSpPr>
        <p:spPr>
          <a:xfrm>
            <a:off x="4062211" y="1270957"/>
            <a:ext cx="0" cy="5168404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8129788" y="1270957"/>
            <a:ext cx="0" cy="5168404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Placeholder 15"/>
          <p:cNvSpPr>
            <a:spLocks noGrp="1"/>
          </p:cNvSpPr>
          <p:nvPr>
            <p:ph type="title" hasCustomPrompt="1"/>
          </p:nvPr>
        </p:nvSpPr>
        <p:spPr>
          <a:xfrm>
            <a:off x="341086" y="118382"/>
            <a:ext cx="9360000" cy="723447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fontAlgn="auto">
              <a:spcAft>
                <a:spcPts val="0"/>
              </a:spcAft>
            </a:pPr>
            <a:r>
              <a:rPr lang="en-US" dirty="0" smtClean="0"/>
              <a:t>Power Generation | Technical Case Study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78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4301297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8368872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18" name="Snip Single Corner Rectangle 17"/>
          <p:cNvSpPr/>
          <p:nvPr userDrawn="1"/>
        </p:nvSpPr>
        <p:spPr>
          <a:xfrm>
            <a:off x="538878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008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l"/>
            <a:r>
              <a:rPr lang="en-US" sz="2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nip Single Corner Rectangle 19"/>
          <p:cNvSpPr/>
          <p:nvPr userDrawn="1"/>
        </p:nvSpPr>
        <p:spPr>
          <a:xfrm>
            <a:off x="4301297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606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Solution</a:t>
            </a:r>
            <a:endParaRPr lang="en-US" sz="2000" b="0" kern="1200" dirty="0">
              <a:solidFill>
                <a:schemeClr val="lt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Snip Single Corner Rectangle 20"/>
          <p:cNvSpPr/>
          <p:nvPr userDrawn="1"/>
        </p:nvSpPr>
        <p:spPr>
          <a:xfrm>
            <a:off x="8368872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Impact</a:t>
            </a:r>
            <a:endParaRPr lang="en-US" sz="20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0256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ero Stru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6623" y="4615031"/>
            <a:ext cx="2445376" cy="1874788"/>
          </a:xfrm>
          <a:prstGeom prst="rect">
            <a:avLst/>
          </a:prstGeom>
        </p:spPr>
      </p:pic>
      <p:cxnSp>
        <p:nvCxnSpPr>
          <p:cNvPr id="15" name="Straight Connector 14"/>
          <p:cNvCxnSpPr/>
          <p:nvPr userDrawn="1"/>
        </p:nvCxnSpPr>
        <p:spPr>
          <a:xfrm>
            <a:off x="4062211" y="1270957"/>
            <a:ext cx="0" cy="5168404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8129788" y="1270957"/>
            <a:ext cx="0" cy="5168404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Placeholder 15"/>
          <p:cNvSpPr>
            <a:spLocks noGrp="1"/>
          </p:cNvSpPr>
          <p:nvPr>
            <p:ph type="title" hasCustomPrompt="1"/>
          </p:nvPr>
        </p:nvSpPr>
        <p:spPr>
          <a:xfrm>
            <a:off x="341086" y="118382"/>
            <a:ext cx="9360000" cy="723447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fontAlgn="auto">
              <a:spcAft>
                <a:spcPts val="0"/>
              </a:spcAft>
            </a:pPr>
            <a:r>
              <a:rPr lang="en-US" dirty="0" smtClean="0"/>
              <a:t>Aero Structures | Technical Case Study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78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4301297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8368872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18" name="Snip Single Corner Rectangle 17"/>
          <p:cNvSpPr/>
          <p:nvPr userDrawn="1"/>
        </p:nvSpPr>
        <p:spPr>
          <a:xfrm>
            <a:off x="538878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008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l"/>
            <a:r>
              <a:rPr lang="en-US" sz="2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nip Single Corner Rectangle 19"/>
          <p:cNvSpPr/>
          <p:nvPr userDrawn="1"/>
        </p:nvSpPr>
        <p:spPr>
          <a:xfrm>
            <a:off x="4301297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606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Solution</a:t>
            </a:r>
            <a:endParaRPr lang="en-US" sz="2000" b="0" kern="1200" dirty="0">
              <a:solidFill>
                <a:schemeClr val="lt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Snip Single Corner Rectangle 20"/>
          <p:cNvSpPr/>
          <p:nvPr userDrawn="1"/>
        </p:nvSpPr>
        <p:spPr>
          <a:xfrm>
            <a:off x="8368872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Impact</a:t>
            </a:r>
            <a:endParaRPr lang="en-US" sz="20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2874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erosystem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610" y="4593515"/>
            <a:ext cx="2453389" cy="1879796"/>
          </a:xfrm>
          <a:prstGeom prst="rect">
            <a:avLst/>
          </a:prstGeom>
        </p:spPr>
      </p:pic>
      <p:cxnSp>
        <p:nvCxnSpPr>
          <p:cNvPr id="15" name="Straight Connector 14"/>
          <p:cNvCxnSpPr/>
          <p:nvPr userDrawn="1"/>
        </p:nvCxnSpPr>
        <p:spPr>
          <a:xfrm>
            <a:off x="4062211" y="1270957"/>
            <a:ext cx="0" cy="5168404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8129788" y="1270957"/>
            <a:ext cx="0" cy="5168404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Placeholder 15"/>
          <p:cNvSpPr>
            <a:spLocks noGrp="1"/>
          </p:cNvSpPr>
          <p:nvPr>
            <p:ph type="title" hasCustomPrompt="1"/>
          </p:nvPr>
        </p:nvSpPr>
        <p:spPr>
          <a:xfrm>
            <a:off x="341086" y="118382"/>
            <a:ext cx="9360000" cy="723447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fontAlgn="auto">
              <a:spcAft>
                <a:spcPts val="0"/>
              </a:spcAft>
            </a:pPr>
            <a:r>
              <a:rPr lang="en-US" dirty="0" smtClean="0"/>
              <a:t>Aerosystems | Technical Case Study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78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4301297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8368872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18" name="Snip Single Corner Rectangle 17"/>
          <p:cNvSpPr/>
          <p:nvPr userDrawn="1"/>
        </p:nvSpPr>
        <p:spPr>
          <a:xfrm>
            <a:off x="538878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008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l"/>
            <a:r>
              <a:rPr lang="en-US" sz="2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nip Single Corner Rectangle 19"/>
          <p:cNvSpPr/>
          <p:nvPr userDrawn="1"/>
        </p:nvSpPr>
        <p:spPr>
          <a:xfrm>
            <a:off x="4301297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606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Solution</a:t>
            </a:r>
            <a:endParaRPr lang="en-US" sz="2000" b="0" kern="1200" dirty="0">
              <a:solidFill>
                <a:schemeClr val="lt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Snip Single Corner Rectangle 20"/>
          <p:cNvSpPr/>
          <p:nvPr userDrawn="1"/>
        </p:nvSpPr>
        <p:spPr>
          <a:xfrm>
            <a:off x="8368872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Impact</a:t>
            </a:r>
            <a:endParaRPr lang="en-US" sz="20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5085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tomotiv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068" y="4615031"/>
            <a:ext cx="2405932" cy="1849560"/>
          </a:xfrm>
          <a:prstGeom prst="rect">
            <a:avLst/>
          </a:prstGeom>
        </p:spPr>
      </p:pic>
      <p:cxnSp>
        <p:nvCxnSpPr>
          <p:cNvPr id="15" name="Straight Connector 14"/>
          <p:cNvCxnSpPr/>
          <p:nvPr userDrawn="1"/>
        </p:nvCxnSpPr>
        <p:spPr>
          <a:xfrm>
            <a:off x="4062211" y="1270957"/>
            <a:ext cx="0" cy="5168404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8129788" y="1270957"/>
            <a:ext cx="0" cy="5168404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Placeholder 15"/>
          <p:cNvSpPr>
            <a:spLocks noGrp="1"/>
          </p:cNvSpPr>
          <p:nvPr>
            <p:ph type="title" hasCustomPrompt="1"/>
          </p:nvPr>
        </p:nvSpPr>
        <p:spPr>
          <a:xfrm>
            <a:off x="341086" y="118382"/>
            <a:ext cx="9360000" cy="723447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fontAlgn="auto">
              <a:spcAft>
                <a:spcPts val="0"/>
              </a:spcAft>
            </a:pPr>
            <a:r>
              <a:rPr lang="en-US" dirty="0" smtClean="0"/>
              <a:t>Automotive | Technical Case Study</a:t>
            </a:r>
          </a:p>
        </p:txBody>
      </p:sp>
      <p:sp>
        <p:nvSpPr>
          <p:cNvPr id="19" name="Snip Single Corner Rectangle 18"/>
          <p:cNvSpPr/>
          <p:nvPr userDrawn="1"/>
        </p:nvSpPr>
        <p:spPr>
          <a:xfrm>
            <a:off x="538878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008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l"/>
            <a:r>
              <a:rPr lang="en-US" sz="2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nip Single Corner Rectangle 21"/>
          <p:cNvSpPr/>
          <p:nvPr userDrawn="1"/>
        </p:nvSpPr>
        <p:spPr>
          <a:xfrm>
            <a:off x="4301297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606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Solution</a:t>
            </a:r>
            <a:endParaRPr lang="en-US" sz="2000" b="0" kern="1200" dirty="0">
              <a:solidFill>
                <a:schemeClr val="lt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Snip Single Corner Rectangle 23"/>
          <p:cNvSpPr/>
          <p:nvPr userDrawn="1"/>
        </p:nvSpPr>
        <p:spPr>
          <a:xfrm>
            <a:off x="8368872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Impact</a:t>
            </a:r>
            <a:endParaRPr lang="en-US" sz="20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78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4301297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8368872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743316" y="3855159"/>
            <a:ext cx="24781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Challenges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974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i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4603113"/>
            <a:ext cx="2436824" cy="1873887"/>
          </a:xfrm>
          <a:prstGeom prst="rect">
            <a:avLst/>
          </a:prstGeom>
        </p:spPr>
      </p:pic>
      <p:cxnSp>
        <p:nvCxnSpPr>
          <p:cNvPr id="32" name="Straight Connector 31"/>
          <p:cNvCxnSpPr/>
          <p:nvPr userDrawn="1"/>
        </p:nvCxnSpPr>
        <p:spPr>
          <a:xfrm>
            <a:off x="4062211" y="1270957"/>
            <a:ext cx="0" cy="5169600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>
          <a:xfrm>
            <a:off x="8129788" y="1270957"/>
            <a:ext cx="0" cy="5169600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Placeholder 15"/>
          <p:cNvSpPr>
            <a:spLocks noGrp="1"/>
          </p:cNvSpPr>
          <p:nvPr>
            <p:ph type="title" hasCustomPrompt="1"/>
          </p:nvPr>
        </p:nvSpPr>
        <p:spPr>
          <a:xfrm>
            <a:off x="341086" y="118382"/>
            <a:ext cx="9360000" cy="723447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fontAlgn="auto">
              <a:spcAft>
                <a:spcPts val="0"/>
              </a:spcAft>
            </a:pPr>
            <a:r>
              <a:rPr lang="en-US" dirty="0" smtClean="0"/>
              <a:t>Industrial | Technical Case Study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78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4301297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8368872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17" name="Snip Single Corner Rectangle 16"/>
          <p:cNvSpPr/>
          <p:nvPr userDrawn="1"/>
        </p:nvSpPr>
        <p:spPr>
          <a:xfrm>
            <a:off x="538878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008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l"/>
            <a:r>
              <a:rPr lang="en-US" sz="2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nip Single Corner Rectangle 17"/>
          <p:cNvSpPr/>
          <p:nvPr userDrawn="1"/>
        </p:nvSpPr>
        <p:spPr>
          <a:xfrm>
            <a:off x="4301297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606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Solution</a:t>
            </a:r>
            <a:endParaRPr lang="en-US" sz="2000" b="0" kern="1200" dirty="0">
              <a:solidFill>
                <a:schemeClr val="lt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Snip Single Corner Rectangle 18"/>
          <p:cNvSpPr/>
          <p:nvPr userDrawn="1"/>
        </p:nvSpPr>
        <p:spPr>
          <a:xfrm>
            <a:off x="8368872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Impact</a:t>
            </a:r>
            <a:endParaRPr lang="en-US" sz="20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6684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cal De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 userDrawn="1"/>
        </p:nvCxnSpPr>
        <p:spPr>
          <a:xfrm>
            <a:off x="4062211" y="1270957"/>
            <a:ext cx="0" cy="5169600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>
          <a:xfrm>
            <a:off x="8129788" y="1270957"/>
            <a:ext cx="0" cy="5169600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Placeholder 15"/>
          <p:cNvSpPr>
            <a:spLocks noGrp="1"/>
          </p:cNvSpPr>
          <p:nvPr>
            <p:ph type="title" hasCustomPrompt="1"/>
          </p:nvPr>
        </p:nvSpPr>
        <p:spPr>
          <a:xfrm>
            <a:off x="341086" y="118382"/>
            <a:ext cx="9360000" cy="723447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fontAlgn="auto">
              <a:spcAft>
                <a:spcPts val="0"/>
              </a:spcAft>
            </a:pPr>
            <a:r>
              <a:rPr lang="en-US" dirty="0" smtClean="0"/>
              <a:t>Medical Devices | Technical Case Study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78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4301297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8368872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15" name="Snip Single Corner Rectangle 14"/>
          <p:cNvSpPr/>
          <p:nvPr userDrawn="1"/>
        </p:nvSpPr>
        <p:spPr>
          <a:xfrm>
            <a:off x="538878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008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l"/>
            <a:r>
              <a:rPr lang="en-US" sz="2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nip Single Corner Rectangle 16"/>
          <p:cNvSpPr/>
          <p:nvPr userDrawn="1"/>
        </p:nvSpPr>
        <p:spPr>
          <a:xfrm>
            <a:off x="4301297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606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Solution</a:t>
            </a:r>
            <a:endParaRPr lang="en-US" sz="2000" b="0" kern="1200" dirty="0">
              <a:solidFill>
                <a:schemeClr val="lt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Snip Single Corner Rectangle 18"/>
          <p:cNvSpPr/>
          <p:nvPr userDrawn="1"/>
        </p:nvSpPr>
        <p:spPr>
          <a:xfrm>
            <a:off x="8368872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Impact</a:t>
            </a:r>
            <a:endParaRPr lang="en-US" sz="20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2" name="Picture 11" descr="medical device new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662303" y="4558188"/>
            <a:ext cx="2529697" cy="19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6684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micondu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 userDrawn="1"/>
        </p:nvCxnSpPr>
        <p:spPr>
          <a:xfrm>
            <a:off x="4062211" y="1270957"/>
            <a:ext cx="0" cy="5169600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>
          <a:xfrm>
            <a:off x="8129788" y="1270957"/>
            <a:ext cx="0" cy="5169600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Placeholder 15"/>
          <p:cNvSpPr>
            <a:spLocks noGrp="1"/>
          </p:cNvSpPr>
          <p:nvPr>
            <p:ph type="title" hasCustomPrompt="1"/>
          </p:nvPr>
        </p:nvSpPr>
        <p:spPr>
          <a:xfrm>
            <a:off x="341086" y="118382"/>
            <a:ext cx="9360000" cy="723447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fontAlgn="auto">
              <a:spcAft>
                <a:spcPts val="0"/>
              </a:spcAft>
            </a:pPr>
            <a:r>
              <a:rPr lang="en-US" dirty="0" smtClean="0"/>
              <a:t>Semiconductor | Technical Case Study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78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4301297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8368872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17" name="Snip Single Corner Rectangle 16"/>
          <p:cNvSpPr/>
          <p:nvPr userDrawn="1"/>
        </p:nvSpPr>
        <p:spPr>
          <a:xfrm>
            <a:off x="538878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008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l"/>
            <a:r>
              <a:rPr lang="en-US" sz="2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nip Single Corner Rectangle 17"/>
          <p:cNvSpPr/>
          <p:nvPr userDrawn="1"/>
        </p:nvSpPr>
        <p:spPr>
          <a:xfrm>
            <a:off x="4301297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606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Solution</a:t>
            </a:r>
            <a:endParaRPr lang="en-US" sz="2000" b="0" kern="1200" dirty="0">
              <a:solidFill>
                <a:schemeClr val="lt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Snip Single Corner Rectangle 18"/>
          <p:cNvSpPr/>
          <p:nvPr userDrawn="1"/>
        </p:nvSpPr>
        <p:spPr>
          <a:xfrm>
            <a:off x="8368872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Impact</a:t>
            </a:r>
            <a:endParaRPr lang="en-US" sz="20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2" name="Picture 11" descr="Semiconductor new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22283" y="4466748"/>
            <a:ext cx="2669717" cy="20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6684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wer T&amp;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 userDrawn="1"/>
        </p:nvCxnSpPr>
        <p:spPr>
          <a:xfrm>
            <a:off x="4062211" y="1270957"/>
            <a:ext cx="0" cy="5169600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>
          <a:xfrm>
            <a:off x="8129788" y="1270957"/>
            <a:ext cx="0" cy="5169600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Placeholder 15"/>
          <p:cNvSpPr>
            <a:spLocks noGrp="1"/>
          </p:cNvSpPr>
          <p:nvPr>
            <p:ph type="title" hasCustomPrompt="1"/>
          </p:nvPr>
        </p:nvSpPr>
        <p:spPr>
          <a:xfrm>
            <a:off x="341086" y="118382"/>
            <a:ext cx="9360000" cy="723447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fontAlgn="auto">
              <a:spcAft>
                <a:spcPts val="0"/>
              </a:spcAft>
            </a:pPr>
            <a:r>
              <a:rPr lang="en-US" dirty="0" smtClean="0"/>
              <a:t>Power  T&amp;D | Technical Case Study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78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4301297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8368872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pic>
        <p:nvPicPr>
          <p:cNvPr id="17" name="Picture 16" descr="power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58855" y="4613033"/>
            <a:ext cx="2433145" cy="1876728"/>
          </a:xfrm>
          <a:prstGeom prst="rect">
            <a:avLst/>
          </a:prstGeom>
        </p:spPr>
      </p:pic>
      <p:sp>
        <p:nvSpPr>
          <p:cNvPr id="15" name="Snip Single Corner Rectangle 14"/>
          <p:cNvSpPr/>
          <p:nvPr userDrawn="1"/>
        </p:nvSpPr>
        <p:spPr>
          <a:xfrm>
            <a:off x="538878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008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l"/>
            <a:r>
              <a:rPr lang="en-US" sz="2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nip Single Corner Rectangle 17"/>
          <p:cNvSpPr/>
          <p:nvPr userDrawn="1"/>
        </p:nvSpPr>
        <p:spPr>
          <a:xfrm>
            <a:off x="4301297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606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Solution</a:t>
            </a:r>
            <a:endParaRPr lang="en-US" sz="2000" b="0" kern="1200" dirty="0">
              <a:solidFill>
                <a:schemeClr val="lt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Snip Single Corner Rectangle 18"/>
          <p:cNvSpPr/>
          <p:nvPr userDrawn="1"/>
        </p:nvSpPr>
        <p:spPr>
          <a:xfrm>
            <a:off x="8368872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Impact</a:t>
            </a:r>
            <a:endParaRPr lang="en-US" sz="20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6684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uni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 userDrawn="1"/>
        </p:nvCxnSpPr>
        <p:spPr>
          <a:xfrm>
            <a:off x="4062211" y="1270957"/>
            <a:ext cx="0" cy="5169600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>
          <a:xfrm>
            <a:off x="8129788" y="1270957"/>
            <a:ext cx="0" cy="5169600"/>
          </a:xfrm>
          <a:prstGeom prst="line">
            <a:avLst/>
          </a:prstGeom>
          <a:ln>
            <a:solidFill>
              <a:srgbClr val="ACACAE"/>
            </a:solidFill>
            <a:prstDash val="sysDot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Placeholder 15"/>
          <p:cNvSpPr>
            <a:spLocks noGrp="1"/>
          </p:cNvSpPr>
          <p:nvPr>
            <p:ph type="title" hasCustomPrompt="1"/>
          </p:nvPr>
        </p:nvSpPr>
        <p:spPr>
          <a:xfrm>
            <a:off x="341086" y="118382"/>
            <a:ext cx="9360000" cy="723447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fontAlgn="auto">
              <a:spcAft>
                <a:spcPts val="0"/>
              </a:spcAft>
            </a:pPr>
            <a:r>
              <a:rPr lang="en-US" dirty="0" smtClean="0"/>
              <a:t>Communication | Technical Case Study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8878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4301297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8368872" y="1859132"/>
            <a:ext cx="2570215" cy="1430916"/>
          </a:xfrm>
          <a:prstGeom prst="rect">
            <a:avLst/>
          </a:prstGeom>
          <a:effectLst/>
        </p:spPr>
        <p:txBody>
          <a:bodyPr vert="horz" lIns="76200" tIns="38100" rIns="76200" bIns="38100" rtlCol="0" anchor="t" anchorCtr="0">
            <a:noAutofit/>
          </a:bodyPr>
          <a:lstStyle>
            <a:lvl1pPr marL="138901" marR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lang="en-US" sz="1500" b="0" i="0" smtClean="0">
                <a:solidFill>
                  <a:srgbClr val="40404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>
              <a:defRPr lang="en-US" sz="2646" b="1" i="1" smtClean="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>
              <a:defRPr lang="en-US" sz="2646" b="1" i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</a:lstStyle>
          <a:p>
            <a:pPr marL="138901" lvl="0" indent="-138901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</a:p>
          <a:p>
            <a:pPr marL="138901" marR="0" lvl="0" indent="-138901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/>
              <a:t>Sample Text</a:t>
            </a:r>
            <a:endParaRPr lang="en-US" dirty="0"/>
          </a:p>
        </p:txBody>
      </p:sp>
      <p:sp>
        <p:nvSpPr>
          <p:cNvPr id="15" name="Snip Single Corner Rectangle 14"/>
          <p:cNvSpPr/>
          <p:nvPr userDrawn="1"/>
        </p:nvSpPr>
        <p:spPr>
          <a:xfrm>
            <a:off x="538878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008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l"/>
            <a:r>
              <a:rPr lang="en-US" sz="2000" b="0" dirty="0" smtClean="0"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nip Single Corner Rectangle 17"/>
          <p:cNvSpPr/>
          <p:nvPr userDrawn="1"/>
        </p:nvSpPr>
        <p:spPr>
          <a:xfrm>
            <a:off x="4301297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6060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Solution</a:t>
            </a:r>
            <a:endParaRPr lang="en-US" sz="2000" b="0" kern="1200" dirty="0">
              <a:solidFill>
                <a:schemeClr val="lt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Snip Single Corner Rectangle 18"/>
          <p:cNvSpPr/>
          <p:nvPr userDrawn="1"/>
        </p:nvSpPr>
        <p:spPr>
          <a:xfrm>
            <a:off x="8368872" y="1289158"/>
            <a:ext cx="2570215" cy="387048"/>
          </a:xfrm>
          <a:prstGeom prst="snip1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algn="l" defTabSz="914400" rtl="0" eaLnBrk="1" latinLnBrk="0" hangingPunct="1"/>
            <a:r>
              <a:rPr lang="en-US" sz="2000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Impact</a:t>
            </a:r>
            <a:endParaRPr lang="en-US" sz="2000" b="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3" name="Picture 12" descr="communication_1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021824" y="4839444"/>
            <a:ext cx="2170175" cy="167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6684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5"/>
          <p:cNvSpPr>
            <a:spLocks noGrp="1"/>
          </p:cNvSpPr>
          <p:nvPr>
            <p:ph type="title"/>
          </p:nvPr>
        </p:nvSpPr>
        <p:spPr>
          <a:xfrm>
            <a:off x="341086" y="118382"/>
            <a:ext cx="9360000" cy="7234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913" y="130629"/>
            <a:ext cx="1291853" cy="748396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966854"/>
            <a:ext cx="12192000" cy="36576"/>
          </a:xfrm>
          <a:prstGeom prst="rect">
            <a:avLst/>
          </a:prstGeom>
          <a:gradFill>
            <a:gsLst>
              <a:gs pos="0">
                <a:srgbClr val="0078AF"/>
              </a:gs>
              <a:gs pos="33000">
                <a:schemeClr val="accent1">
                  <a:lumMod val="60000"/>
                  <a:lumOff val="40000"/>
                </a:schemeClr>
              </a:gs>
              <a:gs pos="68000">
                <a:srgbClr val="00B0F0"/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idx="1"/>
          </p:nvPr>
        </p:nvSpPr>
        <p:spPr>
          <a:xfrm>
            <a:off x="341086" y="1296296"/>
            <a:ext cx="10515600" cy="4996396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r>
              <a:rPr lang="en-US" dirty="0" smtClean="0">
                <a:cs typeface="Arial" charset="0"/>
              </a:rPr>
              <a:t>Heading (Arial - 20)</a:t>
            </a:r>
          </a:p>
          <a:p>
            <a:pPr lvl="1"/>
            <a:r>
              <a:rPr lang="en-US" dirty="0" smtClean="0">
                <a:cs typeface="Arial" charset="0"/>
              </a:rPr>
              <a:t>Level one (Arial - 18 – Round Black Bullet)</a:t>
            </a:r>
          </a:p>
          <a:p>
            <a:pPr lvl="2"/>
            <a:r>
              <a:rPr lang="en-US" dirty="0" smtClean="0">
                <a:cs typeface="Arial" charset="0"/>
              </a:rPr>
              <a:t>Level two (Arial – 16 – Hallow Round Black Bullet)</a:t>
            </a:r>
          </a:p>
          <a:p>
            <a:pPr lvl="3"/>
            <a:r>
              <a:rPr lang="en-US" dirty="0" smtClean="0">
                <a:cs typeface="Arial" charset="0"/>
              </a:rPr>
              <a:t>Level three (Arial 14 – Checkmark Black Bullet)</a:t>
            </a:r>
          </a:p>
          <a:p>
            <a:pPr marL="2057400" marR="0" lvl="4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 smtClean="0">
                <a:cs typeface="Arial" charset="0"/>
              </a:rPr>
              <a:t>Level four (Arial 12 – Square Black Bullet)</a:t>
            </a:r>
          </a:p>
          <a:p>
            <a:pPr marL="1257300" marR="0" lvl="2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dirty="0" smtClean="0">
              <a:cs typeface="Arial" charset="0"/>
            </a:endParaRPr>
          </a:p>
          <a:p>
            <a:pPr lvl="2"/>
            <a:endParaRPr lang="en-US" dirty="0">
              <a:cs typeface="Arial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341087" y="6538912"/>
            <a:ext cx="304981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91E85AE-BAD8-414F-8A2B-BAA1689ED435}" type="slidenum">
              <a:rPr lang="en-US" sz="1000" b="1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000" baseline="0" dirty="0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t> | </a:t>
            </a:r>
            <a:r>
              <a:rPr lang="en-US" sz="1000" dirty="0" smtClean="0">
                <a:solidFill>
                  <a:schemeClr val="bg2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© 2018 QuEST Global Services </a:t>
            </a:r>
            <a:r>
              <a:rPr lang="en-US" sz="1000" dirty="0" err="1" smtClean="0">
                <a:solidFill>
                  <a:schemeClr val="bg2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Pte</a:t>
            </a:r>
            <a:r>
              <a:rPr lang="en-US" sz="1000" dirty="0" smtClean="0">
                <a:solidFill>
                  <a:schemeClr val="bg2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 Ltd. 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8822953" y="6538912"/>
            <a:ext cx="304981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smtClean="0">
                <a:solidFill>
                  <a:schemeClr val="bg2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Confidential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006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2" r:id="rId5"/>
    <p:sldLayoutId id="2147483863" r:id="rId6"/>
    <p:sldLayoutId id="2147483864" r:id="rId7"/>
    <p:sldLayoutId id="2147483866" r:id="rId8"/>
    <p:sldLayoutId id="2147483867" r:id="rId9"/>
    <p:sldLayoutId id="2147483870" r:id="rId10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accent2">
              <a:lumMod val="7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marR="0" indent="0" algn="l" defTabSz="914400" rtl="0" eaLnBrk="1" fontAlgn="base" latinLnBrk="0" hangingPunct="1">
        <a:lnSpc>
          <a:spcPct val="100000"/>
        </a:lnSpc>
        <a:spcBef>
          <a:spcPts val="600"/>
        </a:spcBef>
        <a:spcAft>
          <a:spcPct val="0"/>
        </a:spcAft>
        <a:buClrTx/>
        <a:buSzTx/>
        <a:buFont typeface="Wingdings" panose="05000000000000000000" pitchFamily="2" charset="2"/>
        <a:buNone/>
        <a:tabLst/>
        <a:defRPr sz="2000" b="0" kern="1200" baseline="0">
          <a:solidFill>
            <a:srgbClr val="40404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800100" marR="0" indent="-342900" algn="l" defTabSz="914400" rtl="0" eaLnBrk="1" fontAlgn="base" latinLnBrk="0" hangingPunct="1">
        <a:lnSpc>
          <a:spcPct val="100000"/>
        </a:lnSpc>
        <a:spcBef>
          <a:spcPts val="6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1800" kern="1200">
          <a:solidFill>
            <a:srgbClr val="40404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7300" marR="0" indent="-342900" algn="l" defTabSz="914400" rtl="0" eaLnBrk="1" fontAlgn="base" latinLnBrk="0" hangingPunct="1">
        <a:lnSpc>
          <a:spcPct val="100000"/>
        </a:lnSpc>
        <a:spcBef>
          <a:spcPts val="600"/>
        </a:spcBef>
        <a:spcAft>
          <a:spcPct val="0"/>
        </a:spcAft>
        <a:buClrTx/>
        <a:buSzTx/>
        <a:buFont typeface="Courier New" panose="02070309020205020404" pitchFamily="49" charset="0"/>
        <a:buChar char="o"/>
        <a:tabLst/>
        <a:defRPr sz="1600" kern="1200">
          <a:solidFill>
            <a:srgbClr val="40404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fontAlgn="base" hangingPunct="1">
        <a:spcBef>
          <a:spcPts val="1000"/>
        </a:spcBef>
        <a:spcAft>
          <a:spcPct val="0"/>
        </a:spcAft>
        <a:buClr>
          <a:srgbClr val="404040"/>
        </a:buClr>
        <a:buSzPct val="80000"/>
        <a:buFont typeface="Wingdings" panose="05000000000000000000" pitchFamily="2" charset="2"/>
        <a:buChar char="ü"/>
        <a:defRPr sz="1400" kern="1200">
          <a:solidFill>
            <a:srgbClr val="40404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fontAlgn="base" hangingPunct="1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100" kern="1200" baseline="0">
          <a:solidFill>
            <a:srgbClr val="40404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41087" y="6538912"/>
            <a:ext cx="304981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91E85AE-BAD8-414F-8A2B-BAA1689ED435}" type="slidenum">
              <a:rPr lang="en-US" sz="1000" b="0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000" b="0" baseline="0" dirty="0" smtClean="0">
                <a:solidFill>
                  <a:schemeClr val="bg2">
                    <a:lumMod val="50000"/>
                  </a:schemeClr>
                </a:solidFill>
                <a:latin typeface="+mn-lt"/>
              </a:rPr>
              <a:t> | </a:t>
            </a:r>
            <a:r>
              <a:rPr lang="en-US" sz="1000" b="0" dirty="0" smtClean="0">
                <a:solidFill>
                  <a:schemeClr val="bg2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© 2017 QuEST Global Services </a:t>
            </a:r>
            <a:r>
              <a:rPr lang="en-US" sz="1000" b="0" dirty="0" err="1" smtClean="0">
                <a:solidFill>
                  <a:schemeClr val="bg2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Pte</a:t>
            </a:r>
            <a:r>
              <a:rPr lang="en-US" sz="1000" b="0" dirty="0" smtClean="0">
                <a:solidFill>
                  <a:schemeClr val="bg2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 Ltd. </a:t>
            </a:r>
            <a:endParaRPr lang="en-US" sz="1000" b="0" dirty="0">
              <a:solidFill>
                <a:schemeClr val="bg2">
                  <a:lumMod val="5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8822953" y="6538912"/>
            <a:ext cx="304981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dirty="0" smtClean="0">
                <a:solidFill>
                  <a:schemeClr val="bg2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Confidential</a:t>
            </a:r>
            <a:endParaRPr lang="en-US" sz="1000" b="0" dirty="0">
              <a:solidFill>
                <a:schemeClr val="bg2">
                  <a:lumMod val="5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Title Placeholder 15"/>
          <p:cNvSpPr>
            <a:spLocks noGrp="1"/>
          </p:cNvSpPr>
          <p:nvPr>
            <p:ph type="title"/>
          </p:nvPr>
        </p:nvSpPr>
        <p:spPr>
          <a:xfrm>
            <a:off x="341086" y="118382"/>
            <a:ext cx="9360000" cy="723447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lvl="0" fontAlgn="auto">
              <a:spcAft>
                <a:spcPts val="0"/>
              </a:spcAft>
            </a:pPr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913" y="130629"/>
            <a:ext cx="1291853" cy="748396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966854"/>
            <a:ext cx="12192000" cy="36576"/>
          </a:xfrm>
          <a:prstGeom prst="rect">
            <a:avLst/>
          </a:prstGeom>
          <a:gradFill>
            <a:gsLst>
              <a:gs pos="0">
                <a:srgbClr val="0078AF"/>
              </a:gs>
              <a:gs pos="33000">
                <a:schemeClr val="accent1">
                  <a:lumMod val="60000"/>
                  <a:lumOff val="40000"/>
                </a:schemeClr>
              </a:gs>
              <a:gs pos="68000">
                <a:srgbClr val="00B0F0"/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2629683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 dirty="0">
          <a:solidFill>
            <a:srgbClr val="23629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marR="0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tabLst/>
        <a:defRPr lang="en-US" sz="1667" b="0" kern="1200" dirty="0" smtClean="0">
          <a:solidFill>
            <a:schemeClr val="bg1"/>
          </a:solidFill>
          <a:latin typeface="PF Din Text Cond Pro Medium" panose="02000500000000020004" pitchFamily="2" charset="0"/>
          <a:ea typeface="Adobe Fan Heiti Std B" panose="020B0700000000000000" pitchFamily="34" charset="-128"/>
          <a:cs typeface="Adobe Arabic" panose="02040503050201020203" pitchFamily="18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400" kern="1200" dirty="0" smtClean="0">
          <a:solidFill>
            <a:schemeClr val="l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>
          <a:solidFill>
            <a:schemeClr val="l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8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Azure </a:t>
            </a:r>
            <a:r>
              <a:rPr lang="en-US" dirty="0" err="1" smtClean="0"/>
              <a:t>IoT</a:t>
            </a:r>
            <a:r>
              <a:rPr lang="en-US" dirty="0"/>
              <a:t> </a:t>
            </a:r>
            <a:r>
              <a:rPr lang="en-US" dirty="0" smtClean="0"/>
              <a:t>For Smart Bicycle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190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Level Diagram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356" y="3710515"/>
            <a:ext cx="1496373" cy="8784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86" y="4588932"/>
            <a:ext cx="853018" cy="400919"/>
          </a:xfrm>
          <a:prstGeom prst="rect">
            <a:avLst/>
          </a:prstGeom>
        </p:spPr>
      </p:pic>
      <p:cxnSp>
        <p:nvCxnSpPr>
          <p:cNvPr id="9" name="Elbow Connector 8"/>
          <p:cNvCxnSpPr>
            <a:endCxn id="7" idx="0"/>
          </p:cNvCxnSpPr>
          <p:nvPr/>
        </p:nvCxnSpPr>
        <p:spPr>
          <a:xfrm rot="10800000" flipV="1">
            <a:off x="767596" y="4343206"/>
            <a:ext cx="902359" cy="24572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308" y="2094971"/>
            <a:ext cx="1619250" cy="2143125"/>
          </a:xfrm>
          <a:prstGeom prst="rect">
            <a:avLst/>
          </a:prstGeom>
        </p:spPr>
      </p:pic>
      <p:sp>
        <p:nvSpPr>
          <p:cNvPr id="14" name="Flowchart: Document 13"/>
          <p:cNvSpPr/>
          <p:nvPr/>
        </p:nvSpPr>
        <p:spPr>
          <a:xfrm>
            <a:off x="1274992" y="3253309"/>
            <a:ext cx="900925" cy="486835"/>
          </a:xfrm>
          <a:prstGeom prst="flowChartDocumen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SmartDeviceAgent</a:t>
            </a:r>
            <a:endParaRPr lang="en-US" sz="12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383" y="1248309"/>
            <a:ext cx="1829113" cy="1918224"/>
          </a:xfrm>
          <a:prstGeom prst="rect">
            <a:avLst/>
          </a:prstGeom>
        </p:spPr>
      </p:pic>
      <p:sp>
        <p:nvSpPr>
          <p:cNvPr id="20" name="Flowchart: Document 19"/>
          <p:cNvSpPr/>
          <p:nvPr/>
        </p:nvSpPr>
        <p:spPr>
          <a:xfrm>
            <a:off x="5685063" y="1268625"/>
            <a:ext cx="1342269" cy="735556"/>
          </a:xfrm>
          <a:prstGeom prst="flowChartDocumen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Webjob</a:t>
            </a:r>
            <a:r>
              <a:rPr lang="en-US" sz="1200" dirty="0" smtClean="0"/>
              <a:t>: </a:t>
            </a:r>
            <a:r>
              <a:rPr lang="en-US" sz="1200" dirty="0" err="1" smtClean="0"/>
              <a:t>IoTEventHandler</a:t>
            </a:r>
            <a:endParaRPr lang="en-US" sz="1200" dirty="0"/>
          </a:p>
        </p:txBody>
      </p:sp>
      <p:cxnSp>
        <p:nvCxnSpPr>
          <p:cNvPr id="23" name="Elbow Connector 22"/>
          <p:cNvCxnSpPr>
            <a:stCxn id="10" idx="3"/>
            <a:endCxn id="16" idx="1"/>
          </p:cNvCxnSpPr>
          <p:nvPr/>
        </p:nvCxnSpPr>
        <p:spPr>
          <a:xfrm flipV="1">
            <a:off x="6414558" y="2207421"/>
            <a:ext cx="976825" cy="9591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1086" y="4989851"/>
            <a:ext cx="1136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 smtClean="0"/>
              <a:t>gps</a:t>
            </a:r>
            <a:r>
              <a:rPr lang="en-US" sz="1200" dirty="0" smtClean="0"/>
              <a:t> sensor</a:t>
            </a:r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1541238" y="4615251"/>
            <a:ext cx="2004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Rpi-3 with Win 10 IOT Core</a:t>
            </a:r>
            <a:endParaRPr lang="en-US" sz="1200" dirty="0"/>
          </a:p>
        </p:txBody>
      </p:sp>
      <p:cxnSp>
        <p:nvCxnSpPr>
          <p:cNvPr id="28" name="Elbow Connector 27"/>
          <p:cNvCxnSpPr>
            <a:stCxn id="5" idx="0"/>
          </p:cNvCxnSpPr>
          <p:nvPr/>
        </p:nvCxnSpPr>
        <p:spPr>
          <a:xfrm rot="5400000" flipH="1" flipV="1">
            <a:off x="3138348" y="2115996"/>
            <a:ext cx="865715" cy="23233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48324" y="2477698"/>
            <a:ext cx="2395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Device 2 Cloud Message</a:t>
            </a:r>
            <a:endParaRPr lang="en-US" sz="1200" dirty="0"/>
          </a:p>
        </p:txBody>
      </p:sp>
      <p:cxnSp>
        <p:nvCxnSpPr>
          <p:cNvPr id="30" name="Elbow Connector 29"/>
          <p:cNvCxnSpPr>
            <a:stCxn id="10" idx="1"/>
            <a:endCxn id="5" idx="3"/>
          </p:cNvCxnSpPr>
          <p:nvPr/>
        </p:nvCxnSpPr>
        <p:spPr>
          <a:xfrm rot="10800000" flipV="1">
            <a:off x="3157730" y="3166534"/>
            <a:ext cx="1637579" cy="9831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821634" y="4204707"/>
            <a:ext cx="2395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Cloud 2 Device Message</a:t>
            </a:r>
            <a:endParaRPr lang="en-US" sz="12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1868" y="2548467"/>
            <a:ext cx="1357365" cy="1191677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00025" y="3166533"/>
            <a:ext cx="297335" cy="41169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753755" y="2086802"/>
            <a:ext cx="1048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Storage Container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11030683" y="3677956"/>
            <a:ext cx="1269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Blob Storage</a:t>
            </a:r>
            <a:endParaRPr lang="en-US" sz="1200" dirty="0"/>
          </a:p>
        </p:txBody>
      </p:sp>
      <p:cxnSp>
        <p:nvCxnSpPr>
          <p:cNvPr id="40" name="Elbow Connector 39"/>
          <p:cNvCxnSpPr>
            <a:stCxn id="16" idx="3"/>
            <a:endCxn id="33" idx="0"/>
          </p:cNvCxnSpPr>
          <p:nvPr/>
        </p:nvCxnSpPr>
        <p:spPr>
          <a:xfrm>
            <a:off x="9220496" y="2207421"/>
            <a:ext cx="1630055" cy="3410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781855" y="3342180"/>
            <a:ext cx="1048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Event Hub</a:t>
            </a:r>
            <a:endParaRPr lang="en-US" sz="1200" dirty="0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6773" y="5332447"/>
            <a:ext cx="325540" cy="6195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345960" y="5983496"/>
            <a:ext cx="2004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Mobile App</a:t>
            </a:r>
            <a:endParaRPr lang="en-US" sz="1200" dirty="0"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6536" y="4983499"/>
            <a:ext cx="1396597" cy="111350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303575" y="6449163"/>
            <a:ext cx="2004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Dashboard</a:t>
            </a:r>
            <a:endParaRPr lang="en-US" sz="1200" dirty="0"/>
          </a:p>
        </p:txBody>
      </p:sp>
      <p:cxnSp>
        <p:nvCxnSpPr>
          <p:cNvPr id="47" name="Elbow Connector 46"/>
          <p:cNvCxnSpPr>
            <a:endCxn id="42" idx="3"/>
          </p:cNvCxnSpPr>
          <p:nvPr/>
        </p:nvCxnSpPr>
        <p:spPr>
          <a:xfrm rot="10800000" flipV="1">
            <a:off x="2572313" y="4574717"/>
            <a:ext cx="3009494" cy="10675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/>
          <p:cNvCxnSpPr>
            <a:stCxn id="10" idx="2"/>
            <a:endCxn id="44" idx="0"/>
          </p:cNvCxnSpPr>
          <p:nvPr/>
        </p:nvCxnSpPr>
        <p:spPr>
          <a:xfrm rot="16200000" flipH="1">
            <a:off x="6572183" y="3270846"/>
            <a:ext cx="745403" cy="26799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5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720" y="3543598"/>
            <a:ext cx="390551" cy="42355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-76041" y="3932807"/>
            <a:ext cx="1136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LED sensor</a:t>
            </a:r>
            <a:endParaRPr lang="en-US" sz="1200" dirty="0"/>
          </a:p>
        </p:txBody>
      </p:sp>
      <p:cxnSp>
        <p:nvCxnSpPr>
          <p:cNvPr id="55" name="Elbow Connector 54"/>
          <p:cNvCxnSpPr>
            <a:endCxn id="52" idx="3"/>
          </p:cNvCxnSpPr>
          <p:nvPr/>
        </p:nvCxnSpPr>
        <p:spPr>
          <a:xfrm rot="10800000">
            <a:off x="695271" y="3755376"/>
            <a:ext cx="845966" cy="40175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336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Smart Device Agent : Field component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Application is responsible for communication with the </a:t>
            </a:r>
            <a:r>
              <a:rPr lang="en-US" dirty="0" err="1" smtClean="0"/>
              <a:t>IoT</a:t>
            </a:r>
            <a:r>
              <a:rPr lang="en-US" dirty="0" smtClean="0"/>
              <a:t> Hub</a:t>
            </a:r>
          </a:p>
          <a:p>
            <a:r>
              <a:rPr lang="en-US" dirty="0" smtClean="0"/>
              <a:t>Using </a:t>
            </a:r>
            <a:r>
              <a:rPr lang="en-US" dirty="0" err="1" smtClean="0"/>
              <a:t>Microsoft.Azure.Device.Client</a:t>
            </a:r>
            <a:r>
              <a:rPr lang="en-US" dirty="0" smtClean="0"/>
              <a:t> library</a:t>
            </a:r>
          </a:p>
          <a:p>
            <a:r>
              <a:rPr lang="en-US" dirty="0"/>
              <a:t>Connect to the </a:t>
            </a:r>
            <a:r>
              <a:rPr lang="en-US" dirty="0" err="1"/>
              <a:t>IoT</a:t>
            </a:r>
            <a:r>
              <a:rPr lang="en-US" dirty="0"/>
              <a:t> Hub using connection string</a:t>
            </a:r>
          </a:p>
          <a:p>
            <a:r>
              <a:rPr lang="en-US" dirty="0" smtClean="0"/>
              <a:t>Read parameters from the </a:t>
            </a:r>
            <a:r>
              <a:rPr lang="en-US" dirty="0" err="1" smtClean="0"/>
              <a:t>gps</a:t>
            </a:r>
            <a:r>
              <a:rPr lang="en-US" dirty="0" smtClean="0"/>
              <a:t> sensor through </a:t>
            </a:r>
            <a:r>
              <a:rPr lang="en-US" dirty="0" err="1" smtClean="0"/>
              <a:t>gpio</a:t>
            </a:r>
            <a:r>
              <a:rPr lang="en-US" dirty="0" smtClean="0"/>
              <a:t>/serial interface - &lt;in a loop with specific frequency/when parameters change&gt;</a:t>
            </a:r>
          </a:p>
          <a:p>
            <a:r>
              <a:rPr lang="en-US" dirty="0" smtClean="0"/>
              <a:t>Convert the parameters into JSON</a:t>
            </a:r>
          </a:p>
          <a:p>
            <a:r>
              <a:rPr lang="en-US" dirty="0" smtClean="0"/>
              <a:t>Send the Device to Cloud messages using </a:t>
            </a:r>
            <a:r>
              <a:rPr lang="en-US" dirty="0" err="1" smtClean="0"/>
              <a:t>SendEvent</a:t>
            </a:r>
            <a:r>
              <a:rPr lang="en-US" dirty="0" smtClean="0"/>
              <a:t> API</a:t>
            </a:r>
          </a:p>
          <a:p>
            <a:r>
              <a:rPr lang="en-US" dirty="0" smtClean="0"/>
              <a:t>Register a callback for receiving Cloud to Device Messages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84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IoT</a:t>
            </a:r>
            <a:r>
              <a:rPr lang="en-US" dirty="0" smtClean="0"/>
              <a:t> Event Handler : Cloud component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is a </a:t>
            </a:r>
            <a:r>
              <a:rPr lang="en-US" dirty="0" err="1" smtClean="0"/>
              <a:t>Webjob</a:t>
            </a:r>
            <a:r>
              <a:rPr lang="en-US" dirty="0" smtClean="0"/>
              <a:t> hosted in the cloud, using Azure App service</a:t>
            </a:r>
          </a:p>
          <a:p>
            <a:r>
              <a:rPr lang="en-US" dirty="0" smtClean="0"/>
              <a:t>Responsible for receiving the messages from the device and keep them in cloud storage</a:t>
            </a:r>
          </a:p>
          <a:p>
            <a:pPr lvl="1"/>
            <a:r>
              <a:rPr lang="en-US" dirty="0" smtClean="0"/>
              <a:t>Uses the Azure Event Hub mechanism (Alternate solution: Azure Stream Analytics)</a:t>
            </a:r>
          </a:p>
          <a:p>
            <a:pPr lvl="1"/>
            <a:r>
              <a:rPr lang="en-US" dirty="0" smtClean="0"/>
              <a:t>Event hub internally stores the data in Azure Blob storage</a:t>
            </a:r>
          </a:p>
          <a:p>
            <a:pPr lvl="1"/>
            <a:r>
              <a:rPr lang="en-US" dirty="0" smtClean="0"/>
              <a:t>Events are processed in parallel using partitions</a:t>
            </a:r>
          </a:p>
          <a:p>
            <a:r>
              <a:rPr lang="en-US" dirty="0" smtClean="0"/>
              <a:t>Sends Cloud to Device message as required </a:t>
            </a:r>
          </a:p>
          <a:p>
            <a:pPr lvl="1"/>
            <a:r>
              <a:rPr lang="en-US" dirty="0" err="1" smtClean="0"/>
              <a:t>Eg</a:t>
            </a:r>
            <a:r>
              <a:rPr lang="en-US" dirty="0" smtClean="0"/>
              <a:t>:- messages to unlock the bicycle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604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Mobile app, Dashboard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Mobile app</a:t>
            </a:r>
          </a:p>
          <a:p>
            <a:pPr lvl="1"/>
            <a:r>
              <a:rPr lang="en-US" dirty="0" smtClean="0"/>
              <a:t>Used to unlock the bicycle after reading a barcode from the bicycle/device</a:t>
            </a:r>
          </a:p>
          <a:p>
            <a:pPr lvl="1"/>
            <a:r>
              <a:rPr lang="en-US" dirty="0" smtClean="0"/>
              <a:t>Capable of doing user management </a:t>
            </a:r>
          </a:p>
          <a:p>
            <a:pPr lvl="1"/>
            <a:r>
              <a:rPr lang="en-US" dirty="0" smtClean="0"/>
              <a:t>Able to make reservation, payment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Dashboard</a:t>
            </a:r>
          </a:p>
          <a:p>
            <a:pPr lvl="1"/>
            <a:r>
              <a:rPr lang="en-US" dirty="0" smtClean="0"/>
              <a:t>TBD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615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0198" y="1058333"/>
            <a:ext cx="1168400" cy="4233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Mobile App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6465" y="1058333"/>
            <a:ext cx="1168400" cy="4233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GPS Sensor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42732" y="1058333"/>
            <a:ext cx="1168400" cy="4233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Device Agent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90632" y="795545"/>
            <a:ext cx="1761066" cy="6519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Azure SDK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31199" y="1058333"/>
            <a:ext cx="1168400" cy="4233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Event Handler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>
            <a:stCxn id="4" idx="2"/>
          </p:cNvCxnSpPr>
          <p:nvPr/>
        </p:nvCxnSpPr>
        <p:spPr>
          <a:xfrm>
            <a:off x="914398" y="1481667"/>
            <a:ext cx="0" cy="515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5" idx="2"/>
          </p:cNvCxnSpPr>
          <p:nvPr/>
        </p:nvCxnSpPr>
        <p:spPr>
          <a:xfrm>
            <a:off x="2370665" y="1481667"/>
            <a:ext cx="0" cy="515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2"/>
          </p:cNvCxnSpPr>
          <p:nvPr/>
        </p:nvCxnSpPr>
        <p:spPr>
          <a:xfrm>
            <a:off x="3826932" y="1481667"/>
            <a:ext cx="8467" cy="515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371165" y="1481667"/>
            <a:ext cx="8467" cy="509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2"/>
          </p:cNvCxnSpPr>
          <p:nvPr/>
        </p:nvCxnSpPr>
        <p:spPr>
          <a:xfrm>
            <a:off x="8915399" y="1481667"/>
            <a:ext cx="16931" cy="5164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826932" y="1845733"/>
            <a:ext cx="25442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877809" y="1524248"/>
            <a:ext cx="35157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CreateFromConnectionString</a:t>
            </a:r>
            <a:r>
              <a:rPr lang="en-US" sz="1200" dirty="0" smtClean="0"/>
              <a:t>(</a:t>
            </a:r>
            <a:r>
              <a:rPr lang="en-US" sz="1200" dirty="0" err="1" smtClean="0"/>
              <a:t>DeviceConnString</a:t>
            </a:r>
            <a:r>
              <a:rPr lang="en-US" sz="1200" dirty="0" smtClean="0"/>
              <a:t>)</a:t>
            </a:r>
            <a:endParaRPr lang="en-US" sz="1200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3818465" y="2252133"/>
            <a:ext cx="25442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79065" y="1975134"/>
            <a:ext cx="1191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Open device ()</a:t>
            </a:r>
            <a:endParaRPr lang="en-US" sz="1200" dirty="0"/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2370665" y="2709333"/>
            <a:ext cx="14562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486227" y="2446866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OpenDevice</a:t>
            </a:r>
            <a:r>
              <a:rPr lang="en-US" sz="1200" dirty="0" smtClean="0"/>
              <a:t>()</a:t>
            </a:r>
            <a:endParaRPr lang="en-US" sz="1200" dirty="0"/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2370665" y="3048000"/>
            <a:ext cx="14562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486227" y="2774665"/>
            <a:ext cx="1181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ReadParams</a:t>
            </a:r>
            <a:r>
              <a:rPr lang="en-US" sz="1200" dirty="0" smtClean="0"/>
              <a:t>()</a:t>
            </a:r>
            <a:endParaRPr lang="en-US" sz="1200" dirty="0"/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3852333" y="2590799"/>
            <a:ext cx="25442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229867" y="2313800"/>
            <a:ext cx="28632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Register for C2D Messages from Cloud</a:t>
            </a:r>
            <a:endParaRPr lang="en-US" sz="1200" dirty="0"/>
          </a:p>
        </p:txBody>
      </p:sp>
      <p:cxnSp>
        <p:nvCxnSpPr>
          <p:cNvPr id="37" name="Straight Arrow Connector 36"/>
          <p:cNvCxnSpPr/>
          <p:nvPr/>
        </p:nvCxnSpPr>
        <p:spPr>
          <a:xfrm flipH="1">
            <a:off x="6345764" y="3259667"/>
            <a:ext cx="25865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41530" y="2805630"/>
            <a:ext cx="5774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Create an </a:t>
            </a:r>
            <a:r>
              <a:rPr lang="en-US" sz="1200" dirty="0" err="1" smtClean="0"/>
              <a:t>EventProcessorHost</a:t>
            </a:r>
            <a:r>
              <a:rPr lang="en-US" sz="1200" dirty="0" smtClean="0"/>
              <a:t> (</a:t>
            </a:r>
            <a:r>
              <a:rPr lang="en-US" sz="1200" dirty="0" err="1" smtClean="0"/>
              <a:t>Params</a:t>
            </a:r>
            <a:r>
              <a:rPr lang="en-US" sz="1200" dirty="0" smtClean="0"/>
              <a:t>:-</a:t>
            </a:r>
            <a:r>
              <a:rPr lang="en-US" sz="1200" dirty="0" err="1" smtClean="0"/>
              <a:t>ioTHub</a:t>
            </a:r>
            <a:r>
              <a:rPr lang="en-US" sz="1200" dirty="0" smtClean="0"/>
              <a:t> Conn string, storage conn string,</a:t>
            </a:r>
          </a:p>
          <a:p>
            <a:r>
              <a:rPr lang="en-US" sz="1200" dirty="0" smtClean="0"/>
              <a:t>Storage container name, consumer </a:t>
            </a:r>
            <a:r>
              <a:rPr lang="en-US" sz="1200" dirty="0" err="1" smtClean="0"/>
              <a:t>grp</a:t>
            </a:r>
            <a:r>
              <a:rPr lang="en-US" sz="1200" dirty="0" smtClean="0"/>
              <a:t> name </a:t>
            </a:r>
            <a:r>
              <a:rPr lang="en-US" sz="1200" dirty="0" err="1" smtClean="0"/>
              <a:t>etc</a:t>
            </a:r>
            <a:r>
              <a:rPr lang="en-US" sz="1200" dirty="0" smtClean="0"/>
              <a:t>)</a:t>
            </a:r>
            <a:endParaRPr lang="en-US" sz="1200" dirty="0"/>
          </a:p>
        </p:txBody>
      </p:sp>
      <p:cxnSp>
        <p:nvCxnSpPr>
          <p:cNvPr id="40" name="Straight Arrow Connector 39"/>
          <p:cNvCxnSpPr/>
          <p:nvPr/>
        </p:nvCxnSpPr>
        <p:spPr>
          <a:xfrm flipH="1">
            <a:off x="6371165" y="4030133"/>
            <a:ext cx="25611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05033" y="3676301"/>
            <a:ext cx="3861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Register for D2C messages using </a:t>
            </a:r>
            <a:r>
              <a:rPr lang="en-US" sz="1200" dirty="0" err="1" smtClean="0"/>
              <a:t>IEventProcessor</a:t>
            </a:r>
            <a:r>
              <a:rPr lang="en-US" sz="1200" dirty="0" smtClean="0"/>
              <a:t> </a:t>
            </a:r>
            <a:r>
              <a:rPr lang="en-US" sz="1200" dirty="0" err="1" smtClean="0"/>
              <a:t>obj</a:t>
            </a:r>
            <a:endParaRPr lang="en-US" sz="1200" dirty="0"/>
          </a:p>
        </p:txBody>
      </p:sp>
      <p:cxnSp>
        <p:nvCxnSpPr>
          <p:cNvPr id="43" name="Straight Arrow Connector 42"/>
          <p:cNvCxnSpPr/>
          <p:nvPr/>
        </p:nvCxnSpPr>
        <p:spPr>
          <a:xfrm flipH="1">
            <a:off x="6341530" y="4648200"/>
            <a:ext cx="25823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08687" y="4359866"/>
            <a:ext cx="4738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Create an </a:t>
            </a:r>
            <a:r>
              <a:rPr lang="en-US" sz="1200" dirty="0" err="1" smtClean="0"/>
              <a:t>EventHubConfiguration</a:t>
            </a:r>
            <a:r>
              <a:rPr lang="en-US" sz="1200" dirty="0" smtClean="0"/>
              <a:t> and </a:t>
            </a:r>
            <a:r>
              <a:rPr lang="en-US" sz="1200" dirty="0" err="1" smtClean="0"/>
              <a:t>AddEventProcessorHost</a:t>
            </a:r>
            <a:r>
              <a:rPr lang="en-US" sz="1200" dirty="0" smtClean="0"/>
              <a:t> to it</a:t>
            </a:r>
            <a:endParaRPr lang="en-US" sz="1200" dirty="0"/>
          </a:p>
        </p:txBody>
      </p:sp>
      <p:cxnSp>
        <p:nvCxnSpPr>
          <p:cNvPr id="45" name="Straight Arrow Connector 44"/>
          <p:cNvCxnSpPr/>
          <p:nvPr/>
        </p:nvCxnSpPr>
        <p:spPr>
          <a:xfrm flipH="1">
            <a:off x="6349996" y="5274733"/>
            <a:ext cx="25823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377716" y="4904601"/>
            <a:ext cx="5434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Create a </a:t>
            </a:r>
            <a:r>
              <a:rPr lang="en-US" sz="1200" dirty="0" err="1" smtClean="0"/>
              <a:t>jobHostConfiguration</a:t>
            </a:r>
            <a:r>
              <a:rPr lang="en-US" sz="1200" dirty="0" smtClean="0"/>
              <a:t> and </a:t>
            </a:r>
            <a:r>
              <a:rPr lang="en-US" sz="1200" dirty="0" err="1" smtClean="0"/>
              <a:t>UseEventHub</a:t>
            </a:r>
            <a:r>
              <a:rPr lang="en-US" sz="1200" dirty="0" smtClean="0"/>
              <a:t> </a:t>
            </a:r>
            <a:r>
              <a:rPr lang="en-US" sz="1200" dirty="0" err="1" smtClean="0"/>
              <a:t>confugration</a:t>
            </a:r>
            <a:r>
              <a:rPr lang="en-US" sz="1200" dirty="0" smtClean="0"/>
              <a:t> created above</a:t>
            </a:r>
            <a:endParaRPr lang="en-US" sz="1200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6371165" y="5825066"/>
            <a:ext cx="25823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377716" y="5454933"/>
            <a:ext cx="50353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Create a web </a:t>
            </a:r>
            <a:r>
              <a:rPr lang="en-US" sz="1200" dirty="0" err="1" smtClean="0"/>
              <a:t>JobHost</a:t>
            </a:r>
            <a:r>
              <a:rPr lang="en-US" sz="1200" dirty="0" smtClean="0"/>
              <a:t> object using the </a:t>
            </a:r>
            <a:r>
              <a:rPr lang="en-US" sz="1200" dirty="0" err="1" smtClean="0"/>
              <a:t>JobHostConfiguration</a:t>
            </a:r>
            <a:r>
              <a:rPr lang="en-US" sz="1200" dirty="0" smtClean="0"/>
              <a:t> and Run it</a:t>
            </a:r>
            <a:endParaRPr lang="en-US" sz="1200" dirty="0"/>
          </a:p>
        </p:txBody>
      </p:sp>
      <p:sp>
        <p:nvSpPr>
          <p:cNvPr id="60" name="Title 5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Initialization Sequence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532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D2C Sequence – Unlock Bicycle Scenario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30198" y="1058333"/>
            <a:ext cx="1168400" cy="4233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Mobile App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86465" y="1058333"/>
            <a:ext cx="1168400" cy="4233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LED Sensor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42732" y="1058333"/>
            <a:ext cx="1168400" cy="4233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Device Agent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31199" y="1058333"/>
            <a:ext cx="1168400" cy="4233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Event Handler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914398" y="1413934"/>
            <a:ext cx="0" cy="515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5" idx="2"/>
          </p:cNvCxnSpPr>
          <p:nvPr/>
        </p:nvCxnSpPr>
        <p:spPr>
          <a:xfrm>
            <a:off x="2370665" y="1481667"/>
            <a:ext cx="0" cy="515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6" idx="2"/>
          </p:cNvCxnSpPr>
          <p:nvPr/>
        </p:nvCxnSpPr>
        <p:spPr>
          <a:xfrm>
            <a:off x="3826932" y="1481667"/>
            <a:ext cx="8467" cy="515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371165" y="1481667"/>
            <a:ext cx="8467" cy="509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7" idx="2"/>
          </p:cNvCxnSpPr>
          <p:nvPr/>
        </p:nvCxnSpPr>
        <p:spPr>
          <a:xfrm>
            <a:off x="8915399" y="1481667"/>
            <a:ext cx="16931" cy="5164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914398" y="1794933"/>
            <a:ext cx="29210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617063" y="1551799"/>
            <a:ext cx="1309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Unlock Request </a:t>
            </a:r>
            <a:endParaRPr lang="en-US" sz="1200" dirty="0"/>
          </a:p>
        </p:txBody>
      </p:sp>
      <p:sp>
        <p:nvSpPr>
          <p:cNvPr id="36" name="Rectangle 35"/>
          <p:cNvSpPr/>
          <p:nvPr/>
        </p:nvSpPr>
        <p:spPr>
          <a:xfrm>
            <a:off x="5490632" y="795545"/>
            <a:ext cx="1761066" cy="6519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Azure SDK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3826932" y="2175933"/>
            <a:ext cx="25484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864802" y="1864746"/>
            <a:ext cx="2476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Prepare payload &amp; </a:t>
            </a:r>
            <a:r>
              <a:rPr lang="en-US" sz="1200" dirty="0" err="1" smtClean="0"/>
              <a:t>SendMessage</a:t>
            </a:r>
            <a:endParaRPr lang="en-US" sz="1200" dirty="0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6383862" y="2506133"/>
            <a:ext cx="25484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658802" y="2186477"/>
            <a:ext cx="1556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D2C </a:t>
            </a:r>
            <a:r>
              <a:rPr lang="en-US" sz="1200" dirty="0" err="1" smtClean="0"/>
              <a:t>Msg</a:t>
            </a:r>
            <a:r>
              <a:rPr lang="en-US" sz="1200" dirty="0" smtClean="0"/>
              <a:t> Callback()</a:t>
            </a:r>
            <a:endParaRPr lang="en-US" sz="1200" dirty="0"/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6379632" y="2895600"/>
            <a:ext cx="25357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629417" y="2618601"/>
            <a:ext cx="41730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Verify Payload(unlock </a:t>
            </a:r>
            <a:r>
              <a:rPr lang="en-US" sz="1200" dirty="0" err="1" smtClean="0"/>
              <a:t>req</a:t>
            </a:r>
            <a:r>
              <a:rPr lang="en-US" sz="1200" dirty="0" smtClean="0"/>
              <a:t>) &amp; </a:t>
            </a:r>
            <a:r>
              <a:rPr lang="en-US" sz="1200" dirty="0" err="1"/>
              <a:t>SendCloudToDeviceMessage</a:t>
            </a:r>
            <a:endParaRPr lang="en-US" sz="1200" dirty="0"/>
          </a:p>
        </p:txBody>
      </p:sp>
      <p:cxnSp>
        <p:nvCxnSpPr>
          <p:cNvPr id="47" name="Straight Arrow Connector 46"/>
          <p:cNvCxnSpPr/>
          <p:nvPr/>
        </p:nvCxnSpPr>
        <p:spPr>
          <a:xfrm flipH="1">
            <a:off x="3826932" y="3225800"/>
            <a:ext cx="25442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330699" y="2916688"/>
            <a:ext cx="1556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C2D </a:t>
            </a:r>
            <a:r>
              <a:rPr lang="en-US" sz="1200" dirty="0" err="1" smtClean="0"/>
              <a:t>Msg</a:t>
            </a:r>
            <a:r>
              <a:rPr lang="en-US" sz="1200" dirty="0" smtClean="0"/>
              <a:t> Callback()</a:t>
            </a:r>
            <a:endParaRPr lang="en-US" sz="1200" dirty="0"/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914398" y="3513667"/>
            <a:ext cx="2912535" cy="16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489438" y="3210065"/>
            <a:ext cx="2101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Unlock (Approved/Rejected)</a:t>
            </a:r>
            <a:endParaRPr lang="en-US" sz="1200" dirty="0"/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2345178" y="3950951"/>
            <a:ext cx="1477532" cy="8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469043" y="3636430"/>
            <a:ext cx="1393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Write(Green/Red)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97095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Webjob</a:t>
            </a:r>
            <a:r>
              <a:rPr lang="en-US" dirty="0" smtClean="0"/>
              <a:t> deployment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Deployment of the </a:t>
            </a:r>
            <a:r>
              <a:rPr lang="en-US" dirty="0" err="1" smtClean="0"/>
              <a:t>EventHandler</a:t>
            </a:r>
            <a:r>
              <a:rPr lang="en-US" dirty="0" smtClean="0"/>
              <a:t> program can be done through Azure App service</a:t>
            </a:r>
          </a:p>
          <a:p>
            <a:pPr lvl="1"/>
            <a:r>
              <a:rPr lang="en-US" dirty="0" smtClean="0"/>
              <a:t>Use Visual Studio to publish the </a:t>
            </a:r>
            <a:r>
              <a:rPr lang="en-US" dirty="0" err="1" smtClean="0"/>
              <a:t>EventHandler</a:t>
            </a:r>
            <a:r>
              <a:rPr lang="en-US" dirty="0" smtClean="0"/>
              <a:t> program</a:t>
            </a:r>
          </a:p>
          <a:p>
            <a:pPr lvl="1"/>
            <a:r>
              <a:rPr lang="en-US" dirty="0" smtClean="0"/>
              <a:t>Choose an app service hosting plan</a:t>
            </a:r>
          </a:p>
          <a:p>
            <a:pPr lvl="1"/>
            <a:r>
              <a:rPr lang="en-US" dirty="0" smtClean="0"/>
              <a:t>Trigger the service manually once it is published in Azure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343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086" y="1338470"/>
            <a:ext cx="7295847" cy="4703555"/>
          </a:xfrm>
        </p:spPr>
        <p:txBody>
          <a:bodyPr/>
          <a:lstStyle/>
          <a:p>
            <a:r>
              <a:rPr lang="en-US" dirty="0" err="1" smtClean="0"/>
              <a:t>Bandagent</a:t>
            </a:r>
            <a:r>
              <a:rPr lang="en-US" dirty="0" smtClean="0"/>
              <a:t> – a client side implementation from </a:t>
            </a:r>
            <a:r>
              <a:rPr lang="en-US" dirty="0" err="1" smtClean="0"/>
              <a:t>pluralsight</a:t>
            </a:r>
            <a:r>
              <a:rPr lang="en-US" dirty="0" smtClean="0"/>
              <a:t> </a:t>
            </a:r>
            <a:r>
              <a:rPr lang="en-US" dirty="0" err="1" smtClean="0"/>
              <a:t>eg</a:t>
            </a:r>
            <a:endParaRPr lang="en-US" dirty="0" smtClean="0"/>
          </a:p>
          <a:p>
            <a:r>
              <a:rPr lang="en-US" dirty="0" smtClean="0"/>
              <a:t>Message processor – Event handler implementation from </a:t>
            </a:r>
            <a:r>
              <a:rPr lang="en-US" dirty="0" err="1" smtClean="0"/>
              <a:t>pluralsight</a:t>
            </a:r>
            <a:r>
              <a:rPr lang="en-US" dirty="0" smtClean="0"/>
              <a:t> </a:t>
            </a:r>
            <a:r>
              <a:rPr lang="en-US" dirty="0" err="1" smtClean="0"/>
              <a:t>eg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217310"/>
              </p:ext>
            </p:extLst>
          </p:nvPr>
        </p:nvGraphicFramePr>
        <p:xfrm>
          <a:off x="9377891" y="1444625"/>
          <a:ext cx="938213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Packager Shell Object" showAsIcon="1" r:id="rId3" imgW="937800" imgH="585360" progId="Package">
                  <p:embed/>
                </p:oleObj>
              </mc:Choice>
              <mc:Fallback>
                <p:oleObj name="Packager Shell Object" showAsIcon="1" r:id="rId3" imgW="937800" imgH="585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377891" y="1444625"/>
                        <a:ext cx="938213" cy="585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948326"/>
              </p:ext>
            </p:extLst>
          </p:nvPr>
        </p:nvGraphicFramePr>
        <p:xfrm>
          <a:off x="9377891" y="2570692"/>
          <a:ext cx="15367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Packager Shell Object" showAsIcon="1" r:id="rId5" imgW="1536840" imgH="585360" progId="Package">
                  <p:embed/>
                </p:oleObj>
              </mc:Choice>
              <mc:Fallback>
                <p:oleObj name="Packager Shell Object" showAsIcon="1" r:id="rId5" imgW="1536840" imgH="585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377891" y="2570692"/>
                        <a:ext cx="1536700" cy="585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2005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44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QuEST Corporate Template">
  <a:themeElements>
    <a:clrScheme name="QUEST JULY 2014">
      <a:dk1>
        <a:srgbClr val="000000"/>
      </a:dk1>
      <a:lt1>
        <a:srgbClr val="FFFFFF"/>
      </a:lt1>
      <a:dk2>
        <a:srgbClr val="0070C0"/>
      </a:dk2>
      <a:lt2>
        <a:srgbClr val="E5E5E5"/>
      </a:lt2>
      <a:accent1>
        <a:srgbClr val="C5DEED"/>
      </a:accent1>
      <a:accent2>
        <a:srgbClr val="2E73A7"/>
      </a:accent2>
      <a:accent3>
        <a:srgbClr val="90C26E"/>
      </a:accent3>
      <a:accent4>
        <a:srgbClr val="D5E24D"/>
      </a:accent4>
      <a:accent5>
        <a:srgbClr val="D48544"/>
      </a:accent5>
      <a:accent6>
        <a:srgbClr val="D1D1D1"/>
      </a:accent6>
      <a:hlink>
        <a:srgbClr val="9C9C9C"/>
      </a:hlink>
      <a:folHlink>
        <a:srgbClr val="4B4B4B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18 PPT Template.pptx" id="{F5C24614-8B93-49E0-894E-311B05E2308C}" vid="{91B1C2A9-D157-419B-B884-CBC13168F869}"/>
    </a:ext>
  </a:extLst>
</a:theme>
</file>

<file path=ppt/theme/theme2.xml><?xml version="1.0" encoding="utf-8"?>
<a:theme xmlns:a="http://schemas.openxmlformats.org/drawingml/2006/main" name="Case Study Desig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QUEST CORPORATE TEMPLATE FONTS">
      <a:majorFont>
        <a:latin typeface="PF DinText Pro Medium"/>
        <a:ea typeface=""/>
        <a:cs typeface=""/>
      </a:majorFont>
      <a:minorFont>
        <a:latin typeface="PF Din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 PPT Template.pptx" id="{F5C24614-8B93-49E0-894E-311B05E2308C}" vid="{F0830E62-019A-4F91-9416-621F2CC4DA6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1615</TotalTime>
  <Words>403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4" baseType="lpstr">
      <vt:lpstr>Adobe Arabic</vt:lpstr>
      <vt:lpstr>Adobe Fan Heiti Std B</vt:lpstr>
      <vt:lpstr>Arial</vt:lpstr>
      <vt:lpstr>Calibri</vt:lpstr>
      <vt:lpstr>Courier New</vt:lpstr>
      <vt:lpstr>PF Din Text Cond Pro Medium</vt:lpstr>
      <vt:lpstr>PF DinText Pro</vt:lpstr>
      <vt:lpstr>PF DinText Pro Thin </vt:lpstr>
      <vt:lpstr>Trebuchet MS</vt:lpstr>
      <vt:lpstr>Wingdings</vt:lpstr>
      <vt:lpstr>Wingdings 3</vt:lpstr>
      <vt:lpstr>QuEST Corporate Template</vt:lpstr>
      <vt:lpstr>Case Study Designs</vt:lpstr>
      <vt:lpstr>Package</vt:lpstr>
      <vt:lpstr>PowerPoint Presentation</vt:lpstr>
      <vt:lpstr>High Level Diagram</vt:lpstr>
      <vt:lpstr>Smart Device Agent : Field component</vt:lpstr>
      <vt:lpstr>IoT Event Handler : Cloud component</vt:lpstr>
      <vt:lpstr>Mobile app, Dashboard</vt:lpstr>
      <vt:lpstr>Initialization Sequence</vt:lpstr>
      <vt:lpstr>D2C Sequence – Unlock Bicycle Scenario</vt:lpstr>
      <vt:lpstr>Webjob deployment</vt:lpstr>
      <vt:lpstr>Samples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Praveen Ns</dc:creator>
  <cp:lastModifiedBy>Praveen Ns</cp:lastModifiedBy>
  <cp:revision>69</cp:revision>
  <dcterms:created xsi:type="dcterms:W3CDTF">2018-08-13T06:34:28Z</dcterms:created>
  <dcterms:modified xsi:type="dcterms:W3CDTF">2018-08-14T09:29:49Z</dcterms:modified>
</cp:coreProperties>
</file>